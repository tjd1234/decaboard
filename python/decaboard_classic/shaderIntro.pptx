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606C7D-3F2F-804C-80BB-4845E86137CD}" v="5" dt="2025-03-05T05:54:02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F606C7D-3F2F-804C-80BB-4845E86137CD}"/>
    <pc:docChg chg="custSel addSld modSld">
      <pc:chgData name="Toby Donaldson" userId="2e6e5431-bb17-4c41-9985-d39c50d83c73" providerId="ADAL" clId="{FF606C7D-3F2F-804C-80BB-4845E86137CD}" dt="2025-03-05T05:55:57.738" v="345" actId="20577"/>
      <pc:docMkLst>
        <pc:docMk/>
      </pc:docMkLst>
      <pc:sldChg chg="modSp mod">
        <pc:chgData name="Toby Donaldson" userId="2e6e5431-bb17-4c41-9985-d39c50d83c73" providerId="ADAL" clId="{FF606C7D-3F2F-804C-80BB-4845E86137CD}" dt="2025-03-05T05:55:57.738" v="345" actId="20577"/>
        <pc:sldMkLst>
          <pc:docMk/>
          <pc:sldMk cId="27877428" sldId="256"/>
        </pc:sldMkLst>
        <pc:spChg chg="mod">
          <ac:chgData name="Toby Donaldson" userId="2e6e5431-bb17-4c41-9985-d39c50d83c73" providerId="ADAL" clId="{FF606C7D-3F2F-804C-80BB-4845E86137CD}" dt="2025-03-05T05:55:57.738" v="345" actId="20577"/>
          <ac:spMkLst>
            <pc:docMk/>
            <pc:sldMk cId="27877428" sldId="256"/>
            <ac:spMk id="2" creationId="{DAF77FE4-E4BB-C4EE-C3B2-68E122776FE1}"/>
          </ac:spMkLst>
        </pc:spChg>
      </pc:sldChg>
      <pc:sldChg chg="addSp modSp mod">
        <pc:chgData name="Toby Donaldson" userId="2e6e5431-bb17-4c41-9985-d39c50d83c73" providerId="ADAL" clId="{FF606C7D-3F2F-804C-80BB-4845E86137CD}" dt="2025-03-05T05:55:41.720" v="323" actId="1076"/>
        <pc:sldMkLst>
          <pc:docMk/>
          <pc:sldMk cId="2918905115" sldId="257"/>
        </pc:sldMkLst>
        <pc:spChg chg="add mod">
          <ac:chgData name="Toby Donaldson" userId="2e6e5431-bb17-4c41-9985-d39c50d83c73" providerId="ADAL" clId="{FF606C7D-3F2F-804C-80BB-4845E86137CD}" dt="2025-03-05T05:55:41.720" v="323" actId="1076"/>
          <ac:spMkLst>
            <pc:docMk/>
            <pc:sldMk cId="2918905115" sldId="257"/>
            <ac:spMk id="2" creationId="{66956561-E9D9-A4CE-74A5-1A9D5743EDF6}"/>
          </ac:spMkLst>
        </pc:spChg>
      </pc:sldChg>
      <pc:sldChg chg="addSp modSp mod">
        <pc:chgData name="Toby Donaldson" userId="2e6e5431-bb17-4c41-9985-d39c50d83c73" providerId="ADAL" clId="{FF606C7D-3F2F-804C-80BB-4845E86137CD}" dt="2025-03-05T05:54:27.682" v="316" actId="1076"/>
        <pc:sldMkLst>
          <pc:docMk/>
          <pc:sldMk cId="782237697" sldId="258"/>
        </pc:sldMkLst>
        <pc:spChg chg="add mod">
          <ac:chgData name="Toby Donaldson" userId="2e6e5431-bb17-4c41-9985-d39c50d83c73" providerId="ADAL" clId="{FF606C7D-3F2F-804C-80BB-4845E86137CD}" dt="2025-03-05T05:54:27.682" v="316" actId="1076"/>
          <ac:spMkLst>
            <pc:docMk/>
            <pc:sldMk cId="782237697" sldId="258"/>
            <ac:spMk id="2" creationId="{9020875E-7227-0C12-E770-74CBBA3A718A}"/>
          </ac:spMkLst>
        </pc:spChg>
      </pc:sldChg>
      <pc:sldChg chg="modSp mod">
        <pc:chgData name="Toby Donaldson" userId="2e6e5431-bb17-4c41-9985-d39c50d83c73" providerId="ADAL" clId="{FF606C7D-3F2F-804C-80BB-4845E86137CD}" dt="2025-03-05T05:46:57.374" v="15" actId="20577"/>
        <pc:sldMkLst>
          <pc:docMk/>
          <pc:sldMk cId="3857873483" sldId="260"/>
        </pc:sldMkLst>
        <pc:spChg chg="mod">
          <ac:chgData name="Toby Donaldson" userId="2e6e5431-bb17-4c41-9985-d39c50d83c73" providerId="ADAL" clId="{FF606C7D-3F2F-804C-80BB-4845E86137CD}" dt="2025-03-05T05:46:57.374" v="15" actId="20577"/>
          <ac:spMkLst>
            <pc:docMk/>
            <pc:sldMk cId="3857873483" sldId="260"/>
            <ac:spMk id="6" creationId="{9E897918-1621-427B-9A72-CAB86FD7FFC1}"/>
          </ac:spMkLst>
        </pc:spChg>
      </pc:sldChg>
      <pc:sldChg chg="modSp mod">
        <pc:chgData name="Toby Donaldson" userId="2e6e5431-bb17-4c41-9985-d39c50d83c73" providerId="ADAL" clId="{FF606C7D-3F2F-804C-80BB-4845E86137CD}" dt="2025-03-05T05:55:20.123" v="322" actId="27636"/>
        <pc:sldMkLst>
          <pc:docMk/>
          <pc:sldMk cId="1993718180" sldId="261"/>
        </pc:sldMkLst>
        <pc:spChg chg="mod">
          <ac:chgData name="Toby Donaldson" userId="2e6e5431-bb17-4c41-9985-d39c50d83c73" providerId="ADAL" clId="{FF606C7D-3F2F-804C-80BB-4845E86137CD}" dt="2025-03-05T05:47:10.822" v="20" actId="20577"/>
          <ac:spMkLst>
            <pc:docMk/>
            <pc:sldMk cId="1993718180" sldId="261"/>
            <ac:spMk id="5" creationId="{3712BF52-7D79-F21B-BCF1-B9DABA184514}"/>
          </ac:spMkLst>
        </pc:spChg>
        <pc:spChg chg="mod">
          <ac:chgData name="Toby Donaldson" userId="2e6e5431-bb17-4c41-9985-d39c50d83c73" providerId="ADAL" clId="{FF606C7D-3F2F-804C-80BB-4845E86137CD}" dt="2025-03-05T05:55:20.123" v="322" actId="27636"/>
          <ac:spMkLst>
            <pc:docMk/>
            <pc:sldMk cId="1993718180" sldId="261"/>
            <ac:spMk id="6" creationId="{598F9C9B-232A-299D-5121-0C35CA2C74CA}"/>
          </ac:spMkLst>
        </pc:spChg>
      </pc:sldChg>
      <pc:sldChg chg="addSp modSp mod">
        <pc:chgData name="Toby Donaldson" userId="2e6e5431-bb17-4c41-9985-d39c50d83c73" providerId="ADAL" clId="{FF606C7D-3F2F-804C-80BB-4845E86137CD}" dt="2025-03-05T05:53:28.231" v="250" actId="255"/>
        <pc:sldMkLst>
          <pc:docMk/>
          <pc:sldMk cId="2148397020" sldId="262"/>
        </pc:sldMkLst>
        <pc:spChg chg="add mod">
          <ac:chgData name="Toby Donaldson" userId="2e6e5431-bb17-4c41-9985-d39c50d83c73" providerId="ADAL" clId="{FF606C7D-3F2F-804C-80BB-4845E86137CD}" dt="2025-03-05T05:53:28.231" v="250" actId="255"/>
          <ac:spMkLst>
            <pc:docMk/>
            <pc:sldMk cId="2148397020" sldId="262"/>
            <ac:spMk id="2" creationId="{778D03A6-C83B-98A9-6564-A067901DA4E5}"/>
          </ac:spMkLst>
        </pc:spChg>
        <pc:picChg chg="mod modCrop">
          <ac:chgData name="Toby Donaldson" userId="2e6e5431-bb17-4c41-9985-d39c50d83c73" providerId="ADAL" clId="{FF606C7D-3F2F-804C-80BB-4845E86137CD}" dt="2025-03-05T05:49:09.522" v="57" actId="732"/>
          <ac:picMkLst>
            <pc:docMk/>
            <pc:sldMk cId="2148397020" sldId="262"/>
            <ac:picMk id="11" creationId="{5916D318-0B7D-F139-BC30-433D0CF4D5C9}"/>
          </ac:picMkLst>
        </pc:picChg>
      </pc:sldChg>
      <pc:sldChg chg="modSp new mod">
        <pc:chgData name="Toby Donaldson" userId="2e6e5431-bb17-4c41-9985-d39c50d83c73" providerId="ADAL" clId="{FF606C7D-3F2F-804C-80BB-4845E86137CD}" dt="2025-03-05T05:51:35.441" v="247" actId="20577"/>
        <pc:sldMkLst>
          <pc:docMk/>
          <pc:sldMk cId="1228526439" sldId="263"/>
        </pc:sldMkLst>
        <pc:spChg chg="mod">
          <ac:chgData name="Toby Donaldson" userId="2e6e5431-bb17-4c41-9985-d39c50d83c73" providerId="ADAL" clId="{FF606C7D-3F2F-804C-80BB-4845E86137CD}" dt="2025-03-05T05:50:12.207" v="141" actId="20577"/>
          <ac:spMkLst>
            <pc:docMk/>
            <pc:sldMk cId="1228526439" sldId="263"/>
            <ac:spMk id="2" creationId="{3E20FEDB-D1D7-2D88-E669-267B165C9DFD}"/>
          </ac:spMkLst>
        </pc:spChg>
        <pc:spChg chg="mod">
          <ac:chgData name="Toby Donaldson" userId="2e6e5431-bb17-4c41-9985-d39c50d83c73" providerId="ADAL" clId="{FF606C7D-3F2F-804C-80BB-4845E86137CD}" dt="2025-03-05T05:51:35.441" v="247" actId="20577"/>
          <ac:spMkLst>
            <pc:docMk/>
            <pc:sldMk cId="1228526439" sldId="263"/>
            <ac:spMk id="3" creationId="{34A59AFE-FE22-5A5B-4C25-170ED59BBB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76FC5-BBA2-FD4B-A1D5-76DE893A9CA0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1C498-DFFD-274E-8E94-240AB148F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9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1C498-DFFD-274E-8E94-240AB148FE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78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6B09-53A9-3F34-F0A7-9AFCC65DB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FF644-2798-7B0D-DA99-3E93BAAFE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7A11A-FE9B-CC76-C1A4-3192C75C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03B7-93C7-C3F5-A467-06D5553D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52FB3-8786-4A11-74AC-E15C5338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3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E1EC-C505-1F93-05D1-1231049F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FBF54-9C63-9CD7-1E65-1381A8E60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885F-2A03-3DE2-9A4E-4C89F64F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4F9A-C21D-62A8-3465-95080E8B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ACB3-B02B-FBFF-81F3-751EE1FB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9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1F9-9088-B103-5E7C-4FE16C35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F0A8-F11D-DBDB-F91D-182A5C5E8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4B094-FECE-4077-7AFE-458084E2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7E735-2320-DE26-6CC2-3032E61F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B41B1-59CC-5282-9927-D7FF21A1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1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3A87-0877-A334-D513-620B71B8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5487-2A22-443B-046A-58EB1F96A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7694B-99B0-A50B-F42F-B74F20D7C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1EAC4-1877-8417-E3C0-5B81DDCB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DAD0C-B9BC-5F73-434F-24A71B7F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8E073-2DC6-6B7F-1286-EFF8ADE4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7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88F2-5600-CDAB-4080-99964404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9165-846C-7CFD-96B8-CD5C9197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CC817-6F90-8B9E-7309-8365F7AC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D3E1-9920-DB59-40BC-D81E06EB3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91358-4F9D-8D4C-0307-30300F839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8ABD9-A05B-CE2F-E30E-BD90AAAA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EC23E-DB6E-EDDD-72CB-179B4468D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050BA-4188-E781-A988-ADCCBFBC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3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768A-3CAD-FB93-C1B2-28B07030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43C09-DF15-24E3-B6B3-279991B3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956F0-F38D-B13C-A6BA-6F9DBEA6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44F4-F549-3345-CB14-716CB6FF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6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3DC4E-095F-E3E9-2E01-77138A5C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CFE99-38C0-E965-0411-C8C490C9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A0718-4278-5E7D-1533-D2321D9C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2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5EE6-56E8-8B50-C97C-7C6040A9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858D1-F1CC-132D-3CF9-5C50F4F87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FC41E-A03E-2B3C-8124-CFB96F1EB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675C4-5BFC-D4ED-96F8-998FEC65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D1EC2-7C9C-07AE-9A83-B0F43888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F52B9-E097-BBEF-BCE8-C100025C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8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801B-7E3A-82C1-8703-F50D70E5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AE0D5-46DD-2F77-5566-701AEFAEF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4620E-F7C4-6DBC-4707-B9EC765F3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D606B-F082-539D-7FB1-20FBB273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4F67E-C70F-1C06-E570-44FF9A6D5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40382-EBE6-9561-74A9-7D487B02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6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E7BD-FCFD-A092-9FFE-6D7DEB7B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E9A06-9CCB-3BCC-7B6A-C7E7B3414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90403-34B1-7AA9-DE08-540533E6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E5BE-950F-8A49-BD40-3F79EC2C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90F40-57E4-EBDA-9CAC-5C2F8121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7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32DF-BD21-E64C-3F78-FACD61978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D2197-351E-8ADE-CF61-C7B111072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1765A-893D-CCA3-3432-F2E4D756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FE84-32FC-3B39-D38E-30CBAD76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304CF-4CDE-ABD7-5AE8-4AC91C55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1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F66EE-6E2D-32E8-7332-AE3ABC5A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983F5-49FD-7F4C-484B-A3B816554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5781B-065A-70CC-5316-C25465585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E2683-176A-8347-B828-AB3139E6C60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65033-92E1-D00F-4436-150257400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E348D-7883-EDE4-1AF3-A037A04BF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9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bookofshader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haderto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7FE4-E4BB-C4EE-C3B2-68E122776F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are shaders?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F3AFC-3EA8-9529-3538-029FD773F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2787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FD8503F-34BE-8CC0-6737-CD639A7E0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00" y="915224"/>
            <a:ext cx="11929200" cy="451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956561-E9D9-A4CE-74A5-1A9D5743EDF6}"/>
              </a:ext>
            </a:extLst>
          </p:cNvPr>
          <p:cNvSpPr txBox="1"/>
          <p:nvPr/>
        </p:nvSpPr>
        <p:spPr>
          <a:xfrm>
            <a:off x="4690466" y="5681166"/>
            <a:ext cx="3238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Shading 3D Objects</a:t>
            </a:r>
          </a:p>
        </p:txBody>
      </p:sp>
    </p:spTree>
    <p:extLst>
      <p:ext uri="{BB962C8B-B14F-4D97-AF65-F5344CB8AC3E}">
        <p14:creationId xmlns:p14="http://schemas.microsoft.com/office/powerpoint/2010/main" val="291890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0133B-13A4-F8C6-2435-FBE5662E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261D8EF2-D8FC-B754-62AA-49894EC63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2" y="783771"/>
            <a:ext cx="11843656" cy="4441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20875E-7227-0C12-E770-74CBBA3A718A}"/>
              </a:ext>
            </a:extLst>
          </p:cNvPr>
          <p:cNvSpPr txBox="1"/>
          <p:nvPr/>
        </p:nvSpPr>
        <p:spPr>
          <a:xfrm>
            <a:off x="4167951" y="5551009"/>
            <a:ext cx="4275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Applying Filters to Pictures</a:t>
            </a:r>
          </a:p>
        </p:txBody>
      </p:sp>
    </p:spTree>
    <p:extLst>
      <p:ext uri="{BB962C8B-B14F-4D97-AF65-F5344CB8AC3E}">
        <p14:creationId xmlns:p14="http://schemas.microsoft.com/office/powerpoint/2010/main" val="78223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D2C50-6B54-C6CD-B20B-ADF888F5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3665D1-6D0D-2AC6-72B5-BBF8864A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CPUs Compared to GPUs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8036E-1464-F79C-0EA5-1A39D6991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CPU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97918-1621-427B-9A72-CAB86FD7FF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Can do everything</a:t>
            </a:r>
          </a:p>
          <a:p>
            <a:r>
              <a:rPr lang="en-US" dirty="0"/>
              <a:t>Expensive</a:t>
            </a:r>
          </a:p>
          <a:p>
            <a:r>
              <a:rPr lang="en-US" dirty="0"/>
              <a:t>Maybe ~10 cores that can run in parallel</a:t>
            </a:r>
          </a:p>
          <a:p>
            <a:r>
              <a:rPr lang="en-US" dirty="0"/>
              <a:t>Can do graphics, but too slow for real time</a:t>
            </a:r>
          </a:p>
        </p:txBody>
      </p:sp>
      <p:pic>
        <p:nvPicPr>
          <p:cNvPr id="9" name="Picture 2" descr="The architecture of M3, M3 Pro, and M3 Max.">
            <a:extLst>
              <a:ext uri="{FF2B5EF4-FFF2-40B4-BE49-F238E27FC236}">
                <a16:creationId xmlns:a16="http://schemas.microsoft.com/office/drawing/2014/main" id="{3E8ECC26-5D76-C133-3B1D-22A48EC7FF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01" t="11584" r="3474" b="9727"/>
          <a:stretch/>
        </p:blipFill>
        <p:spPr bwMode="auto">
          <a:xfrm>
            <a:off x="7000343" y="1098859"/>
            <a:ext cx="4916385" cy="539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873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E416-2B9D-EAE5-29FE-80DBC6B5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50FF4C-1E35-FD3C-C724-1533D889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CPUs Compared to GPUs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2BF52-7D79-F21B-BCF1-B9DABA18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GPU: Graphics CPU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8F9C9B-232A-299D-5121-0C35CA2C74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Only does operations specific to graphics, e.g. basic math</a:t>
            </a:r>
          </a:p>
          <a:p>
            <a:pPr lvl="1"/>
            <a:r>
              <a:rPr lang="en-US" dirty="0"/>
              <a:t>Programmed using special language optimized for GPUs</a:t>
            </a:r>
          </a:p>
          <a:p>
            <a:r>
              <a:rPr lang="en-US" dirty="0"/>
              <a:t>1000s of “little” CPUs that run in parallel </a:t>
            </a:r>
          </a:p>
          <a:p>
            <a:pPr lvl="1"/>
            <a:r>
              <a:rPr lang="en-US" dirty="0"/>
              <a:t>RTX 4090 GPU has over 16,000 cores</a:t>
            </a:r>
          </a:p>
          <a:p>
            <a:r>
              <a:rPr lang="en-US" dirty="0"/>
              <a:t>Fast enough to do real time graphics: 1 core per pixel</a:t>
            </a:r>
          </a:p>
          <a:p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BB595C4-A1B3-79AF-2C9A-5764240C24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9" t="11035" r="16331" b="35238"/>
          <a:stretch/>
        </p:blipFill>
        <p:spPr bwMode="auto">
          <a:xfrm rot="5400000">
            <a:off x="6320919" y="1960868"/>
            <a:ext cx="6633916" cy="293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718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8909EC-EDAD-54F1-809D-5EA495E16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73" t="22846" r="47925" b="57090"/>
          <a:stretch/>
        </p:blipFill>
        <p:spPr>
          <a:xfrm rot="5400000">
            <a:off x="6973210" y="1574535"/>
            <a:ext cx="6792254" cy="36453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16D318-0B7D-F139-BC30-433D0CF4D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67"/>
          <a:stretch/>
        </p:blipFill>
        <p:spPr>
          <a:xfrm>
            <a:off x="170935" y="989814"/>
            <a:ext cx="7772400" cy="55150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8D03A6-C83B-98A9-6564-A067901DA4E5}"/>
              </a:ext>
            </a:extLst>
          </p:cNvPr>
          <p:cNvSpPr txBox="1"/>
          <p:nvPr/>
        </p:nvSpPr>
        <p:spPr>
          <a:xfrm>
            <a:off x="316961" y="122255"/>
            <a:ext cx="8006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 of a what a shader can do (in real time!) …</a:t>
            </a:r>
          </a:p>
        </p:txBody>
      </p:sp>
    </p:spTree>
    <p:extLst>
      <p:ext uri="{BB962C8B-B14F-4D97-AF65-F5344CB8AC3E}">
        <p14:creationId xmlns:p14="http://schemas.microsoft.com/office/powerpoint/2010/main" val="214839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FEDB-D1D7-2D88-E669-267B165C9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59AFE-FE22-5A5B-4C25-170ED59BB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The Book of Shaders</a:t>
            </a:r>
            <a:endParaRPr lang="en-US" dirty="0"/>
          </a:p>
          <a:p>
            <a:pPr lvl="1"/>
            <a:r>
              <a:rPr lang="en-US" dirty="0"/>
              <a:t>Online interactive book</a:t>
            </a:r>
          </a:p>
          <a:p>
            <a:r>
              <a:rPr lang="en-US" dirty="0" err="1">
                <a:hlinkClick r:id="rId4"/>
              </a:rPr>
              <a:t>Shadertoy</a:t>
            </a:r>
            <a:endParaRPr lang="en-US" dirty="0"/>
          </a:p>
          <a:p>
            <a:pPr lvl="1"/>
            <a:r>
              <a:rPr lang="en-US" dirty="0"/>
              <a:t>Online shader programming community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526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128</Words>
  <Application>Microsoft Macintosh PowerPoint</Application>
  <PresentationFormat>Widescreen</PresentationFormat>
  <Paragraphs>24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What are shaders?</vt:lpstr>
      <vt:lpstr>PowerPoint Presentation</vt:lpstr>
      <vt:lpstr>PowerPoint Presentation</vt:lpstr>
      <vt:lpstr>CPUs Compared to GPUs</vt:lpstr>
      <vt:lpstr>CPUs Compared to GPUs</vt:lpstr>
      <vt:lpstr>PowerPoint Presentation</vt:lpstr>
      <vt:lpstr>More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2025-02-21T19:24:30Z</dcterms:created>
  <dcterms:modified xsi:type="dcterms:W3CDTF">2025-03-05T05:56:01Z</dcterms:modified>
</cp:coreProperties>
</file>