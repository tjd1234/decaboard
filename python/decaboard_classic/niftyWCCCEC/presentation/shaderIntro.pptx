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5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9C572-7B7D-6E4B-96F0-44C00F5EFC6C}" v="117" dt="2025-04-28T02:51:29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6993"/>
  </p:normalViewPr>
  <p:slideViewPr>
    <p:cSldViewPr snapToGrid="0">
      <p:cViewPr varScale="1">
        <p:scale>
          <a:sx n="116" d="100"/>
          <a:sy n="116" d="100"/>
        </p:scale>
        <p:origin x="192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53C9C572-7B7D-6E4B-96F0-44C00F5EFC6C}"/>
    <pc:docChg chg="undo custSel addSld delSld modSld sldOrd">
      <pc:chgData name="Toby Donaldson" userId="2e6e5431-bb17-4c41-9985-d39c50d83c73" providerId="ADAL" clId="{53C9C572-7B7D-6E4B-96F0-44C00F5EFC6C}" dt="2025-04-28T02:52:39.067" v="1055" actId="113"/>
      <pc:docMkLst>
        <pc:docMk/>
      </pc:docMkLst>
      <pc:sldChg chg="modSp mod">
        <pc:chgData name="Toby Donaldson" userId="2e6e5431-bb17-4c41-9985-d39c50d83c73" providerId="ADAL" clId="{53C9C572-7B7D-6E4B-96F0-44C00F5EFC6C}" dt="2025-04-28T02:41:30.764" v="449" actId="20577"/>
        <pc:sldMkLst>
          <pc:docMk/>
          <pc:sldMk cId="27877428" sldId="256"/>
        </pc:sldMkLst>
        <pc:spChg chg="mod">
          <ac:chgData name="Toby Donaldson" userId="2e6e5431-bb17-4c41-9985-d39c50d83c73" providerId="ADAL" clId="{53C9C572-7B7D-6E4B-96F0-44C00F5EFC6C}" dt="2025-04-28T02:41:28.051" v="448" actId="20577"/>
          <ac:spMkLst>
            <pc:docMk/>
            <pc:sldMk cId="27877428" sldId="256"/>
            <ac:spMk id="2" creationId="{DAF77FE4-E4BB-C4EE-C3B2-68E122776FE1}"/>
          </ac:spMkLst>
        </pc:spChg>
        <pc:spChg chg="mod">
          <ac:chgData name="Toby Donaldson" userId="2e6e5431-bb17-4c41-9985-d39c50d83c73" providerId="ADAL" clId="{53C9C572-7B7D-6E4B-96F0-44C00F5EFC6C}" dt="2025-04-28T02:41:30.764" v="449" actId="20577"/>
          <ac:spMkLst>
            <pc:docMk/>
            <pc:sldMk cId="27877428" sldId="256"/>
            <ac:spMk id="3" creationId="{130F3AFC-3EA8-9529-3538-029FD773F82F}"/>
          </ac:spMkLst>
        </pc:spChg>
      </pc:sldChg>
      <pc:sldChg chg="addSp delSp modSp mod setBg">
        <pc:chgData name="Toby Donaldson" userId="2e6e5431-bb17-4c41-9985-d39c50d83c73" providerId="ADAL" clId="{53C9C572-7B7D-6E4B-96F0-44C00F5EFC6C}" dt="2025-04-28T02:46:11.148" v="884" actId="113"/>
        <pc:sldMkLst>
          <pc:docMk/>
          <pc:sldMk cId="2918905115" sldId="257"/>
        </pc:sldMkLst>
        <pc:spChg chg="add mod">
          <ac:chgData name="Toby Donaldson" userId="2e6e5431-bb17-4c41-9985-d39c50d83c73" providerId="ADAL" clId="{53C9C572-7B7D-6E4B-96F0-44C00F5EFC6C}" dt="2025-04-28T02:46:11.148" v="884" actId="113"/>
          <ac:spMkLst>
            <pc:docMk/>
            <pc:sldMk cId="2918905115" sldId="257"/>
            <ac:spMk id="3" creationId="{2C0EB5A3-C344-578D-0BC9-0D7C9EBC88C9}"/>
          </ac:spMkLst>
        </pc:spChg>
        <pc:spChg chg="add del">
          <ac:chgData name="Toby Donaldson" userId="2e6e5431-bb17-4c41-9985-d39c50d83c73" providerId="ADAL" clId="{53C9C572-7B7D-6E4B-96F0-44C00F5EFC6C}" dt="2025-04-27T14:00:35.377" v="106" actId="26606"/>
          <ac:spMkLst>
            <pc:docMk/>
            <pc:sldMk cId="2918905115" sldId="257"/>
            <ac:spMk id="1031" creationId="{69D184B2-2226-4E31-BCCB-444330767440}"/>
          </ac:spMkLst>
        </pc:spChg>
        <pc:spChg chg="add del">
          <ac:chgData name="Toby Donaldson" userId="2e6e5431-bb17-4c41-9985-d39c50d83c73" providerId="ADAL" clId="{53C9C572-7B7D-6E4B-96F0-44C00F5EFC6C}" dt="2025-04-27T14:00:35.377" v="106" actId="26606"/>
          <ac:spMkLst>
            <pc:docMk/>
            <pc:sldMk cId="2918905115" sldId="257"/>
            <ac:spMk id="1033" creationId="{1AC4D4E3-486A-464A-8EC8-D44881097267}"/>
          </ac:spMkLst>
        </pc:spChg>
        <pc:spChg chg="add del">
          <ac:chgData name="Toby Donaldson" userId="2e6e5431-bb17-4c41-9985-d39c50d83c73" providerId="ADAL" clId="{53C9C572-7B7D-6E4B-96F0-44C00F5EFC6C}" dt="2025-04-27T14:00:35.377" v="106" actId="26606"/>
          <ac:spMkLst>
            <pc:docMk/>
            <pc:sldMk cId="2918905115" sldId="257"/>
            <ac:spMk id="1035" creationId="{864DE13E-58EB-4475-B79C-0D4FC651239B}"/>
          </ac:spMkLst>
        </pc:spChg>
        <pc:picChg chg="add mod">
          <ac:chgData name="Toby Donaldson" userId="2e6e5431-bb17-4c41-9985-d39c50d83c73" providerId="ADAL" clId="{53C9C572-7B7D-6E4B-96F0-44C00F5EFC6C}" dt="2025-04-28T02:41:40.925" v="450" actId="1076"/>
          <ac:picMkLst>
            <pc:docMk/>
            <pc:sldMk cId="2918905115" sldId="257"/>
            <ac:picMk id="2" creationId="{385D1F0D-E8C2-6DE2-CA1B-49DF9A844BD4}"/>
          </ac:picMkLst>
        </pc:picChg>
        <pc:picChg chg="mod">
          <ac:chgData name="Toby Donaldson" userId="2e6e5431-bb17-4c41-9985-d39c50d83c73" providerId="ADAL" clId="{53C9C572-7B7D-6E4B-96F0-44C00F5EFC6C}" dt="2025-04-28T02:41:40.925" v="450" actId="1076"/>
          <ac:picMkLst>
            <pc:docMk/>
            <pc:sldMk cId="2918905115" sldId="257"/>
            <ac:picMk id="1026" creationId="{AFD8503F-34BE-8CC0-6737-CD639A7E0945}"/>
          </ac:picMkLst>
        </pc:picChg>
        <pc:cxnChg chg="add del">
          <ac:chgData name="Toby Donaldson" userId="2e6e5431-bb17-4c41-9985-d39c50d83c73" providerId="ADAL" clId="{53C9C572-7B7D-6E4B-96F0-44C00F5EFC6C}" dt="2025-04-27T14:00:35.377" v="106" actId="26606"/>
          <ac:cxnSpMkLst>
            <pc:docMk/>
            <pc:sldMk cId="2918905115" sldId="257"/>
            <ac:cxnSpMk id="1037" creationId="{02E9B2EE-76CA-47F3-9977-3F2FCB7FD252}"/>
          </ac:cxnSpMkLst>
        </pc:cxnChg>
      </pc:sldChg>
      <pc:sldChg chg="del">
        <pc:chgData name="Toby Donaldson" userId="2e6e5431-bb17-4c41-9985-d39c50d83c73" providerId="ADAL" clId="{53C9C572-7B7D-6E4B-96F0-44C00F5EFC6C}" dt="2025-04-27T14:00:57.374" v="112" actId="2696"/>
        <pc:sldMkLst>
          <pc:docMk/>
          <pc:sldMk cId="782237697" sldId="258"/>
        </pc:sldMkLst>
      </pc:sldChg>
      <pc:sldChg chg="addSp modSp del mod">
        <pc:chgData name="Toby Donaldson" userId="2e6e5431-bb17-4c41-9985-d39c50d83c73" providerId="ADAL" clId="{53C9C572-7B7D-6E4B-96F0-44C00F5EFC6C}" dt="2025-04-28T02:33:37.119" v="224" actId="2696"/>
        <pc:sldMkLst>
          <pc:docMk/>
          <pc:sldMk cId="3857873483" sldId="260"/>
        </pc:sldMkLst>
        <pc:spChg chg="add mod">
          <ac:chgData name="Toby Donaldson" userId="2e6e5431-bb17-4c41-9985-d39c50d83c73" providerId="ADAL" clId="{53C9C572-7B7D-6E4B-96F0-44C00F5EFC6C}" dt="2025-04-27T14:02:37.026" v="126" actId="1076"/>
          <ac:spMkLst>
            <pc:docMk/>
            <pc:sldMk cId="3857873483" sldId="260"/>
            <ac:spMk id="2" creationId="{3CF14824-4080-EFC1-C308-511D50F6DA3A}"/>
          </ac:spMkLst>
        </pc:spChg>
        <pc:spChg chg="add mod">
          <ac:chgData name="Toby Donaldson" userId="2e6e5431-bb17-4c41-9985-d39c50d83c73" providerId="ADAL" clId="{53C9C572-7B7D-6E4B-96F0-44C00F5EFC6C}" dt="2025-04-27T14:03:49.721" v="129" actId="1076"/>
          <ac:spMkLst>
            <pc:docMk/>
            <pc:sldMk cId="3857873483" sldId="260"/>
            <ac:spMk id="3" creationId="{CC98D64E-74D7-ED81-3A37-09999A580B75}"/>
          </ac:spMkLst>
        </pc:spChg>
        <pc:spChg chg="mod">
          <ac:chgData name="Toby Donaldson" userId="2e6e5431-bb17-4c41-9985-d39c50d83c73" providerId="ADAL" clId="{53C9C572-7B7D-6E4B-96F0-44C00F5EFC6C}" dt="2025-04-27T14:02:00.806" v="117" actId="14100"/>
          <ac:spMkLst>
            <pc:docMk/>
            <pc:sldMk cId="3857873483" sldId="260"/>
            <ac:spMk id="4" creationId="{5D3665D1-6D0D-2AC6-72B5-BBF8864A6EE3}"/>
          </ac:spMkLst>
        </pc:spChg>
        <pc:spChg chg="mod">
          <ac:chgData name="Toby Donaldson" userId="2e6e5431-bb17-4c41-9985-d39c50d83c73" providerId="ADAL" clId="{53C9C572-7B7D-6E4B-96F0-44C00F5EFC6C}" dt="2025-04-27T14:01:52.626" v="115" actId="1076"/>
          <ac:spMkLst>
            <pc:docMk/>
            <pc:sldMk cId="3857873483" sldId="260"/>
            <ac:spMk id="5" creationId="{E498036E-1464-F79C-0EA5-1A39D6991ACD}"/>
          </ac:spMkLst>
        </pc:spChg>
        <pc:spChg chg="mod">
          <ac:chgData name="Toby Donaldson" userId="2e6e5431-bb17-4c41-9985-d39c50d83c73" providerId="ADAL" clId="{53C9C572-7B7D-6E4B-96F0-44C00F5EFC6C}" dt="2025-04-27T14:01:52.626" v="115" actId="1076"/>
          <ac:spMkLst>
            <pc:docMk/>
            <pc:sldMk cId="3857873483" sldId="260"/>
            <ac:spMk id="6" creationId="{9E897918-1621-427B-9A72-CAB86FD7FFC1}"/>
          </ac:spMkLst>
        </pc:spChg>
        <pc:grpChg chg="add mod">
          <ac:chgData name="Toby Donaldson" userId="2e6e5431-bb17-4c41-9985-d39c50d83c73" providerId="ADAL" clId="{53C9C572-7B7D-6E4B-96F0-44C00F5EFC6C}" dt="2025-04-27T14:03:55.726" v="130" actId="1076"/>
          <ac:grpSpMkLst>
            <pc:docMk/>
            <pc:sldMk cId="3857873483" sldId="260"/>
            <ac:grpSpMk id="7" creationId="{CADB095B-1314-28B1-2125-C5055D6F8397}"/>
          </ac:grpSpMkLst>
        </pc:grpChg>
        <pc:picChg chg="add mod">
          <ac:chgData name="Toby Donaldson" userId="2e6e5431-bb17-4c41-9985-d39c50d83c73" providerId="ADAL" clId="{53C9C572-7B7D-6E4B-96F0-44C00F5EFC6C}" dt="2025-04-27T14:04:39.608" v="218" actId="14100"/>
          <ac:picMkLst>
            <pc:docMk/>
            <pc:sldMk cId="3857873483" sldId="260"/>
            <ac:picMk id="8" creationId="{E2F88D64-0BEC-EF89-4E21-EC4576E43052}"/>
          </ac:picMkLst>
        </pc:picChg>
        <pc:picChg chg="mod">
          <ac:chgData name="Toby Donaldson" userId="2e6e5431-bb17-4c41-9985-d39c50d83c73" providerId="ADAL" clId="{53C9C572-7B7D-6E4B-96F0-44C00F5EFC6C}" dt="2025-04-27T14:02:22.558" v="124" actId="1076"/>
          <ac:picMkLst>
            <pc:docMk/>
            <pc:sldMk cId="3857873483" sldId="260"/>
            <ac:picMk id="9" creationId="{3E8ECC26-5D76-C133-3B1D-22A48EC7FF33}"/>
          </ac:picMkLst>
        </pc:picChg>
      </pc:sldChg>
      <pc:sldChg chg="modSp del mod">
        <pc:chgData name="Toby Donaldson" userId="2e6e5431-bb17-4c41-9985-d39c50d83c73" providerId="ADAL" clId="{53C9C572-7B7D-6E4B-96F0-44C00F5EFC6C}" dt="2025-04-28T02:47:53.728" v="927" actId="2696"/>
        <pc:sldMkLst>
          <pc:docMk/>
          <pc:sldMk cId="1993718180" sldId="261"/>
        </pc:sldMkLst>
        <pc:spChg chg="mod">
          <ac:chgData name="Toby Donaldson" userId="2e6e5431-bb17-4c41-9985-d39c50d83c73" providerId="ADAL" clId="{53C9C572-7B7D-6E4B-96F0-44C00F5EFC6C}" dt="2025-04-27T13:53:54.003" v="68" actId="20577"/>
          <ac:spMkLst>
            <pc:docMk/>
            <pc:sldMk cId="1993718180" sldId="261"/>
            <ac:spMk id="6" creationId="{598F9C9B-232A-299D-5121-0C35CA2C74CA}"/>
          </ac:spMkLst>
        </pc:spChg>
      </pc:sldChg>
      <pc:sldChg chg="addSp modSp mod">
        <pc:chgData name="Toby Donaldson" userId="2e6e5431-bb17-4c41-9985-d39c50d83c73" providerId="ADAL" clId="{53C9C572-7B7D-6E4B-96F0-44C00F5EFC6C}" dt="2025-04-28T02:52:39.067" v="1055" actId="113"/>
        <pc:sldMkLst>
          <pc:docMk/>
          <pc:sldMk cId="2148397020" sldId="262"/>
        </pc:sldMkLst>
        <pc:spChg chg="add mod">
          <ac:chgData name="Toby Donaldson" userId="2e6e5431-bb17-4c41-9985-d39c50d83c73" providerId="ADAL" clId="{53C9C572-7B7D-6E4B-96F0-44C00F5EFC6C}" dt="2025-04-28T02:51:04.588" v="958" actId="14100"/>
          <ac:spMkLst>
            <pc:docMk/>
            <pc:sldMk cId="2148397020" sldId="262"/>
            <ac:spMk id="2" creationId="{6768EF64-6554-C902-11FD-7C728F5B4D6F}"/>
          </ac:spMkLst>
        </pc:spChg>
        <pc:spChg chg="add mod">
          <ac:chgData name="Toby Donaldson" userId="2e6e5431-bb17-4c41-9985-d39c50d83c73" providerId="ADAL" clId="{53C9C572-7B7D-6E4B-96F0-44C00F5EFC6C}" dt="2025-04-28T02:52:39.067" v="1055" actId="113"/>
          <ac:spMkLst>
            <pc:docMk/>
            <pc:sldMk cId="2148397020" sldId="262"/>
            <ac:spMk id="3" creationId="{31CC3E19-372F-DF50-114A-0875090525C7}"/>
          </ac:spMkLst>
        </pc:spChg>
        <pc:picChg chg="mod modCrop">
          <ac:chgData name="Toby Donaldson" userId="2e6e5431-bb17-4c41-9985-d39c50d83c73" providerId="ADAL" clId="{53C9C572-7B7D-6E4B-96F0-44C00F5EFC6C}" dt="2025-04-28T02:51:12.281" v="959" actId="1076"/>
          <ac:picMkLst>
            <pc:docMk/>
            <pc:sldMk cId="2148397020" sldId="262"/>
            <ac:picMk id="11" creationId="{5916D318-0B7D-F139-BC30-433D0CF4D5C9}"/>
          </ac:picMkLst>
        </pc:picChg>
      </pc:sldChg>
      <pc:sldChg chg="add del">
        <pc:chgData name="Toby Donaldson" userId="2e6e5431-bb17-4c41-9985-d39c50d83c73" providerId="ADAL" clId="{53C9C572-7B7D-6E4B-96F0-44C00F5EFC6C}" dt="2025-04-28T02:47:49.965" v="926" actId="2696"/>
        <pc:sldMkLst>
          <pc:docMk/>
          <pc:sldMk cId="2899849412" sldId="263"/>
        </pc:sldMkLst>
      </pc:sldChg>
      <pc:sldChg chg="add del">
        <pc:chgData name="Toby Donaldson" userId="2e6e5431-bb17-4c41-9985-d39c50d83c73" providerId="ADAL" clId="{53C9C572-7B7D-6E4B-96F0-44C00F5EFC6C}" dt="2025-04-28T02:47:57.032" v="928" actId="2696"/>
        <pc:sldMkLst>
          <pc:docMk/>
          <pc:sldMk cId="3610846145" sldId="264"/>
        </pc:sldMkLst>
      </pc:sldChg>
      <pc:sldChg chg="modSp add mod">
        <pc:chgData name="Toby Donaldson" userId="2e6e5431-bb17-4c41-9985-d39c50d83c73" providerId="ADAL" clId="{53C9C572-7B7D-6E4B-96F0-44C00F5EFC6C}" dt="2025-04-28T02:47:42.922" v="925" actId="20577"/>
        <pc:sldMkLst>
          <pc:docMk/>
          <pc:sldMk cId="797226878" sldId="265"/>
        </pc:sldMkLst>
        <pc:spChg chg="mod">
          <ac:chgData name="Toby Donaldson" userId="2e6e5431-bb17-4c41-9985-d39c50d83c73" providerId="ADAL" clId="{53C9C572-7B7D-6E4B-96F0-44C00F5EFC6C}" dt="2025-04-28T02:47:42.922" v="925" actId="20577"/>
          <ac:spMkLst>
            <pc:docMk/>
            <pc:sldMk cId="797226878" sldId="265"/>
            <ac:spMk id="3" creationId="{29125EB9-4E46-D31B-A543-1C250CF71A01}"/>
          </ac:spMkLst>
        </pc:spChg>
        <pc:spChg chg="mod">
          <ac:chgData name="Toby Donaldson" userId="2e6e5431-bb17-4c41-9985-d39c50d83c73" providerId="ADAL" clId="{53C9C572-7B7D-6E4B-96F0-44C00F5EFC6C}" dt="2025-04-28T02:39:51.315" v="381" actId="20577"/>
          <ac:spMkLst>
            <pc:docMk/>
            <pc:sldMk cId="797226878" sldId="265"/>
            <ac:spMk id="6" creationId="{25D47961-2BF7-B4D1-A943-778FC037B2DA}"/>
          </ac:spMkLst>
        </pc:spChg>
        <pc:picChg chg="mod">
          <ac:chgData name="Toby Donaldson" userId="2e6e5431-bb17-4c41-9985-d39c50d83c73" providerId="ADAL" clId="{53C9C572-7B7D-6E4B-96F0-44C00F5EFC6C}" dt="2025-04-28T02:47:35.096" v="910" actId="1076"/>
          <ac:picMkLst>
            <pc:docMk/>
            <pc:sldMk cId="797226878" sldId="265"/>
            <ac:picMk id="8" creationId="{BED9100E-25D0-0111-62CF-6F371F2E93BA}"/>
          </ac:picMkLst>
        </pc:picChg>
        <pc:picChg chg="mod">
          <ac:chgData name="Toby Donaldson" userId="2e6e5431-bb17-4c41-9985-d39c50d83c73" providerId="ADAL" clId="{53C9C572-7B7D-6E4B-96F0-44C00F5EFC6C}" dt="2025-04-28T02:39:37.526" v="363" actId="1076"/>
          <ac:picMkLst>
            <pc:docMk/>
            <pc:sldMk cId="797226878" sldId="265"/>
            <ac:picMk id="9" creationId="{46683DE8-29DD-20BB-5FA9-D133CC812C69}"/>
          </ac:picMkLst>
        </pc:picChg>
      </pc:sldChg>
      <pc:sldChg chg="delSp add mod ord">
        <pc:chgData name="Toby Donaldson" userId="2e6e5431-bb17-4c41-9985-d39c50d83c73" providerId="ADAL" clId="{53C9C572-7B7D-6E4B-96F0-44C00F5EFC6C}" dt="2025-04-28T02:41:01.162" v="423" actId="20578"/>
        <pc:sldMkLst>
          <pc:docMk/>
          <pc:sldMk cId="126833579" sldId="266"/>
        </pc:sldMkLst>
        <pc:spChg chg="del topLvl">
          <ac:chgData name="Toby Donaldson" userId="2e6e5431-bb17-4c41-9985-d39c50d83c73" providerId="ADAL" clId="{53C9C572-7B7D-6E4B-96F0-44C00F5EFC6C}" dt="2025-04-28T02:40:57.706" v="422" actId="21"/>
          <ac:spMkLst>
            <pc:docMk/>
            <pc:sldMk cId="126833579" sldId="266"/>
            <ac:spMk id="2" creationId="{A176E04A-48B1-0A8F-1EF8-FAF7FED15AC3}"/>
          </ac:spMkLst>
        </pc:spChg>
        <pc:spChg chg="del topLvl">
          <ac:chgData name="Toby Donaldson" userId="2e6e5431-bb17-4c41-9985-d39c50d83c73" providerId="ADAL" clId="{53C9C572-7B7D-6E4B-96F0-44C00F5EFC6C}" dt="2025-04-28T02:40:45.585" v="421" actId="21"/>
          <ac:spMkLst>
            <pc:docMk/>
            <pc:sldMk cId="126833579" sldId="266"/>
            <ac:spMk id="3" creationId="{A21A8702-8DD5-B737-E2DC-5D31CC04FBD1}"/>
          </ac:spMkLst>
        </pc:spChg>
        <pc:grpChg chg="del">
          <ac:chgData name="Toby Donaldson" userId="2e6e5431-bb17-4c41-9985-d39c50d83c73" providerId="ADAL" clId="{53C9C572-7B7D-6E4B-96F0-44C00F5EFC6C}" dt="2025-04-28T02:40:45.585" v="421" actId="21"/>
          <ac:grpSpMkLst>
            <pc:docMk/>
            <pc:sldMk cId="126833579" sldId="266"/>
            <ac:grpSpMk id="7" creationId="{55E3E81D-55DC-3DBD-68EC-B52363CCB1D6}"/>
          </ac:grpSpMkLst>
        </pc:grpChg>
        <pc:picChg chg="del">
          <ac:chgData name="Toby Donaldson" userId="2e6e5431-bb17-4c41-9985-d39c50d83c73" providerId="ADAL" clId="{53C9C572-7B7D-6E4B-96F0-44C00F5EFC6C}" dt="2025-04-28T02:40:57.706" v="422" actId="21"/>
          <ac:picMkLst>
            <pc:docMk/>
            <pc:sldMk cId="126833579" sldId="266"/>
            <ac:picMk id="8" creationId="{C1E2D667-FF4A-BDF0-C3B0-333EC234F5D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6B09-53A9-3F34-F0A7-9AFCC65DB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FF644-2798-7B0D-DA99-3E93BAAFE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7A11A-FE9B-CC76-C1A4-3192C75C9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03B7-93C7-C3F5-A467-06D5553D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52FB3-8786-4A11-74AC-E15C5338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3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E1EC-C505-1F93-05D1-1231049F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FBF54-9C63-9CD7-1E65-1381A8E60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885F-2A03-3DE2-9A4E-4C89F64F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4F9A-C21D-62A8-3465-95080E8B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FACB3-B02B-FBFF-81F3-751EE1FB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9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1F9-9088-B103-5E7C-4FE16C35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F0A8-F11D-DBDB-F91D-182A5C5E8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4B094-FECE-4077-7AFE-458084E2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7E735-2320-DE26-6CC2-3032E61F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B41B1-59CC-5282-9927-D7FF21A1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1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3A87-0877-A334-D513-620B71B8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5487-2A22-443B-046A-58EB1F96A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7694B-99B0-A50B-F42F-B74F20D7C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1EAC4-1877-8417-E3C0-5B81DDCB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DAD0C-B9BC-5F73-434F-24A71B7F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8E073-2DC6-6B7F-1286-EFF8ADE4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7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88F2-5600-CDAB-4080-99964404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9165-846C-7CFD-96B8-CD5C91976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CC817-6F90-8B9E-7309-8365F7AC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D3E1-9920-DB59-40BC-D81E06EB3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91358-4F9D-8D4C-0307-30300F839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8ABD9-A05B-CE2F-E30E-BD90AAAA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EC23E-DB6E-EDDD-72CB-179B4468D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8050BA-4188-E781-A988-ADCCBFBC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3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768A-3CAD-FB93-C1B2-28B07030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43C09-DF15-24E3-B6B3-279991B3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956F0-F38D-B13C-A6BA-6F9DBEA6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44F4-F549-3345-CB14-716CB6FF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6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3DC4E-095F-E3E9-2E01-77138A5C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CFE99-38C0-E965-0411-C8C490C9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A0718-4278-5E7D-1533-D2321D9C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2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5EE6-56E8-8B50-C97C-7C6040A9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858D1-F1CC-132D-3CF9-5C50F4F87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FC41E-A03E-2B3C-8124-CFB96F1EB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675C4-5BFC-D4ED-96F8-998FEC65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D1EC2-7C9C-07AE-9A83-B0F43888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F52B9-E097-BBEF-BCE8-C100025C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8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801B-7E3A-82C1-8703-F50D70E5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AE0D5-46DD-2F77-5566-701AEFAEF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4620E-F7C4-6DBC-4707-B9EC765F3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D606B-F082-539D-7FB1-20FBB273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4F67E-C70F-1C06-E570-44FF9A6D5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40382-EBE6-9561-74A9-7D487B02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6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EE7BD-FCFD-A092-9FFE-6D7DEB7B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E9A06-9CCB-3BCC-7B6A-C7E7B3414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90403-34B1-7AA9-DE08-540533E6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E5BE-950F-8A49-BD40-3F79EC2C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90F40-57E4-EBDA-9CAC-5C2F8121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7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32DF-BD21-E64C-3F78-FACD61978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D2197-351E-8ADE-CF61-C7B111072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1765A-893D-CCA3-3432-F2E4D756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FE84-32FC-3B39-D38E-30CBAD76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304CF-4CDE-ABD7-5AE8-4AC91C55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1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F66EE-6E2D-32E8-7332-AE3ABC5A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983F5-49FD-7F4C-484B-A3B816554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5781B-065A-70CC-5316-C25465585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E2683-176A-8347-B828-AB3139E6C601}" type="datetimeFigureOut">
              <a:rPr lang="en-US" smtClean="0"/>
              <a:t>4/27/25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65033-92E1-D00F-4436-150257400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E348D-7883-EDE4-1AF3-A037A04BF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9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7FE4-E4BB-C4EE-C3B2-68E122776F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Shaders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F3AFC-3EA8-9529-3538-029FD773F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FD8503F-34BE-8CC0-6737-CD639A7E0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179" y="403537"/>
            <a:ext cx="7698807" cy="2911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undefined">
            <a:extLst>
              <a:ext uri="{FF2B5EF4-FFF2-40B4-BE49-F238E27FC236}">
                <a16:creationId xmlns:a16="http://schemas.microsoft.com/office/drawing/2014/main" id="{385D1F0D-E8C2-6DE2-CA1B-49DF9A844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735" y="3509928"/>
            <a:ext cx="7563694" cy="283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C0EB5A3-C344-578D-0BC9-0D7C9EBC88C9}"/>
              </a:ext>
            </a:extLst>
          </p:cNvPr>
          <p:cNvSpPr txBox="1">
            <a:spLocks/>
          </p:cNvSpPr>
          <p:nvPr/>
        </p:nvSpPr>
        <p:spPr>
          <a:xfrm>
            <a:off x="-65903" y="511686"/>
            <a:ext cx="3819082" cy="56452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Many kinds of graphical effects are done by applying a complex mathematical function to each pixel.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1024 x 1024 screen has over a million pixels, and in animation running at 60 frames per second (fps) that’s over </a:t>
            </a:r>
            <a:r>
              <a:rPr lang="en-US" b="1" dirty="0"/>
              <a:t>60 million function calls per second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890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C8B38-E2D0-39CA-22DA-4BA100398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1D7527-6169-3241-60D9-904468D05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72" y="-61118"/>
            <a:ext cx="5988894" cy="1325563"/>
          </a:xfrm>
        </p:spPr>
        <p:txBody>
          <a:bodyPr/>
          <a:lstStyle/>
          <a:p>
            <a:r>
              <a:rPr lang="en-US" dirty="0"/>
              <a:t>CPUs Compared to GPUs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552-E352-730C-983D-E1D22D18A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050" y="1013619"/>
            <a:ext cx="5157787" cy="823912"/>
          </a:xfrm>
        </p:spPr>
        <p:txBody>
          <a:bodyPr/>
          <a:lstStyle/>
          <a:p>
            <a:r>
              <a:rPr lang="en-US" dirty="0"/>
              <a:t>Main CPU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9D531-8974-D883-AC6B-17B1C5657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050" y="1837531"/>
            <a:ext cx="5157787" cy="3684588"/>
          </a:xfrm>
        </p:spPr>
        <p:txBody>
          <a:bodyPr/>
          <a:lstStyle/>
          <a:p>
            <a:r>
              <a:rPr lang="en-US" dirty="0"/>
              <a:t>General-purpose: can do everything</a:t>
            </a:r>
          </a:p>
          <a:p>
            <a:r>
              <a:rPr lang="en-US" dirty="0"/>
              <a:t>~10 cores that can run in parallel</a:t>
            </a:r>
          </a:p>
          <a:p>
            <a:r>
              <a:rPr lang="en-US" dirty="0"/>
              <a:t>Can do graphics, but too slow for many real time full-screen special effects (e.g. for games)</a:t>
            </a:r>
          </a:p>
        </p:txBody>
      </p:sp>
      <p:pic>
        <p:nvPicPr>
          <p:cNvPr id="9" name="Picture 2" descr="The architecture of M3, M3 Pro, and M3 Max.">
            <a:extLst>
              <a:ext uri="{FF2B5EF4-FFF2-40B4-BE49-F238E27FC236}">
                <a16:creationId xmlns:a16="http://schemas.microsoft.com/office/drawing/2014/main" id="{6D88F3C0-7DB2-AA1A-7B7D-B75B76DA3F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01" t="11584" r="3474" b="9727"/>
          <a:stretch/>
        </p:blipFill>
        <p:spPr bwMode="auto">
          <a:xfrm>
            <a:off x="1719819" y="5090647"/>
            <a:ext cx="1610857" cy="176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3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5F2A0-CCDB-5BFE-2536-65145D5E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200991-5EA1-74E3-220C-ED1935328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72" y="-61118"/>
            <a:ext cx="5988894" cy="1325563"/>
          </a:xfrm>
        </p:spPr>
        <p:txBody>
          <a:bodyPr/>
          <a:lstStyle/>
          <a:p>
            <a:r>
              <a:rPr lang="en-US" dirty="0"/>
              <a:t>CPUs Compared to GPUs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A733E3-6FCD-3BB4-362B-12816E959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050" y="1013619"/>
            <a:ext cx="5157787" cy="823912"/>
          </a:xfrm>
        </p:spPr>
        <p:txBody>
          <a:bodyPr/>
          <a:lstStyle/>
          <a:p>
            <a:r>
              <a:rPr lang="en-US" dirty="0"/>
              <a:t>Main CPU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D47961-2BF7-B4D1-A943-778FC037B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050" y="1837531"/>
            <a:ext cx="5157787" cy="3684588"/>
          </a:xfrm>
        </p:spPr>
        <p:txBody>
          <a:bodyPr/>
          <a:lstStyle/>
          <a:p>
            <a:r>
              <a:rPr lang="en-US" dirty="0"/>
              <a:t>General-purpose: can do everything</a:t>
            </a:r>
          </a:p>
          <a:p>
            <a:r>
              <a:rPr lang="en-US" dirty="0"/>
              <a:t>~10 cores that can run in parallel</a:t>
            </a:r>
          </a:p>
          <a:p>
            <a:r>
              <a:rPr lang="en-US" dirty="0"/>
              <a:t>Can do graphics, but too slow for many real time full-screen special effects (e.g. for games)</a:t>
            </a:r>
          </a:p>
        </p:txBody>
      </p:sp>
      <p:pic>
        <p:nvPicPr>
          <p:cNvPr id="9" name="Picture 2" descr="The architecture of M3, M3 Pro, and M3 Max.">
            <a:extLst>
              <a:ext uri="{FF2B5EF4-FFF2-40B4-BE49-F238E27FC236}">
                <a16:creationId xmlns:a16="http://schemas.microsoft.com/office/drawing/2014/main" id="{46683DE8-29DD-20BB-5FA9-D133CC812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01" t="11584" r="3474" b="9727"/>
          <a:stretch/>
        </p:blipFill>
        <p:spPr bwMode="auto">
          <a:xfrm>
            <a:off x="1719819" y="5090647"/>
            <a:ext cx="1610857" cy="176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B2A74FA-6AEA-5F9E-7374-F9841CB3C0E0}"/>
              </a:ext>
            </a:extLst>
          </p:cNvPr>
          <p:cNvGrpSpPr/>
          <p:nvPr/>
        </p:nvGrpSpPr>
        <p:grpSpPr>
          <a:xfrm>
            <a:off x="6264166" y="892887"/>
            <a:ext cx="5157787" cy="4508500"/>
            <a:chOff x="6264166" y="1092584"/>
            <a:chExt cx="5157787" cy="4508500"/>
          </a:xfrm>
        </p:grpSpPr>
        <p:sp>
          <p:nvSpPr>
            <p:cNvPr id="2" name="Text Placeholder 4">
              <a:extLst>
                <a:ext uri="{FF2B5EF4-FFF2-40B4-BE49-F238E27FC236}">
                  <a16:creationId xmlns:a16="http://schemas.microsoft.com/office/drawing/2014/main" id="{223B7658-FDE0-C4D8-BF95-7DB3A27CDE77}"/>
                </a:ext>
              </a:extLst>
            </p:cNvPr>
            <p:cNvSpPr txBox="1">
              <a:spLocks/>
            </p:cNvSpPr>
            <p:nvPr/>
          </p:nvSpPr>
          <p:spPr>
            <a:xfrm>
              <a:off x="6264166" y="1092584"/>
              <a:ext cx="5157787" cy="82391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Graphics CPU</a:t>
              </a:r>
            </a:p>
          </p:txBody>
        </p:sp>
        <p:sp>
          <p:nvSpPr>
            <p:cNvPr id="3" name="Content Placeholder 5">
              <a:extLst>
                <a:ext uri="{FF2B5EF4-FFF2-40B4-BE49-F238E27FC236}">
                  <a16:creationId xmlns:a16="http://schemas.microsoft.com/office/drawing/2014/main" id="{29125EB9-4E46-D31B-A543-1C250CF71A01}"/>
                </a:ext>
              </a:extLst>
            </p:cNvPr>
            <p:cNvSpPr txBox="1">
              <a:spLocks/>
            </p:cNvSpPr>
            <p:nvPr/>
          </p:nvSpPr>
          <p:spPr>
            <a:xfrm>
              <a:off x="6264166" y="1916496"/>
              <a:ext cx="5157787" cy="368458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Special-purpose: only does computations useful for graphics</a:t>
              </a:r>
            </a:p>
            <a:p>
              <a:r>
                <a:rPr lang="en-US" dirty="0"/>
                <a:t>1000s of “little” cores that run in parallel </a:t>
              </a:r>
            </a:p>
            <a:p>
              <a:pPr lvl="1"/>
              <a:r>
                <a:rPr lang="en-US" dirty="0"/>
                <a:t>e.g. RTX 4090 has over 16,000 cores</a:t>
              </a:r>
            </a:p>
            <a:p>
              <a:pPr lvl="1"/>
              <a:r>
                <a:rPr lang="en-US" dirty="0"/>
                <a:t>Programmed using shader languages</a:t>
              </a:r>
            </a:p>
            <a:p>
              <a:r>
                <a:rPr lang="en-US" dirty="0"/>
                <a:t>Fast enough to do real time full-screen graphics special effects </a:t>
              </a:r>
            </a:p>
            <a:p>
              <a:pPr lvl="1"/>
              <a:r>
                <a:rPr lang="en-US" dirty="0"/>
                <a:t>1 core per pixel</a:t>
              </a:r>
            </a:p>
            <a:p>
              <a:endParaRPr lang="en-US" dirty="0"/>
            </a:p>
          </p:txBody>
        </p:sp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BED9100E-25D0-0111-62CF-6F371F2E93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9" t="11035" r="16331" b="35238"/>
          <a:stretch/>
        </p:blipFill>
        <p:spPr bwMode="auto">
          <a:xfrm>
            <a:off x="7127057" y="5338947"/>
            <a:ext cx="3432003" cy="151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22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8909EC-EDAD-54F1-809D-5EA495E163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73" t="22846" r="47925" b="57090"/>
          <a:stretch/>
        </p:blipFill>
        <p:spPr>
          <a:xfrm rot="5400000">
            <a:off x="6973210" y="1574535"/>
            <a:ext cx="6792254" cy="36453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16D318-0B7D-F139-BC30-433D0CF4D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56" b="6999"/>
          <a:stretch/>
        </p:blipFill>
        <p:spPr>
          <a:xfrm>
            <a:off x="130421" y="1612259"/>
            <a:ext cx="7772400" cy="50683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68EF64-6554-C902-11FD-7C728F5B4D6F}"/>
              </a:ext>
            </a:extLst>
          </p:cNvPr>
          <p:cNvSpPr txBox="1"/>
          <p:nvPr/>
        </p:nvSpPr>
        <p:spPr>
          <a:xfrm>
            <a:off x="348342" y="177353"/>
            <a:ext cx="79804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Sample shader code written in GLSL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CC3E19-372F-DF50-114A-0875090525C7}"/>
              </a:ext>
            </a:extLst>
          </p:cNvPr>
          <p:cNvSpPr txBox="1"/>
          <p:nvPr/>
        </p:nvSpPr>
        <p:spPr>
          <a:xfrm>
            <a:off x="5969725" y="900628"/>
            <a:ext cx="2151017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 code is applied to </a:t>
            </a:r>
            <a:r>
              <a:rPr lang="en-US" sz="1600" b="1" dirty="0"/>
              <a:t>every pixel </a:t>
            </a:r>
            <a:r>
              <a:rPr lang="en-US" sz="1600" dirty="0"/>
              <a:t>to make the image on the right.</a:t>
            </a:r>
          </a:p>
        </p:txBody>
      </p:sp>
    </p:spTree>
    <p:extLst>
      <p:ext uri="{BB962C8B-B14F-4D97-AF65-F5344CB8AC3E}">
        <p14:creationId xmlns:p14="http://schemas.microsoft.com/office/powerpoint/2010/main" val="214839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203</Words>
  <Application>Microsoft Macintosh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Introduction to Shaders</vt:lpstr>
      <vt:lpstr>PowerPoint Presentation</vt:lpstr>
      <vt:lpstr>CPUs Compared to GPUs</vt:lpstr>
      <vt:lpstr>CPUs Compared to GPUs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2025-02-21T19:24:30Z</dcterms:created>
  <dcterms:modified xsi:type="dcterms:W3CDTF">2025-04-28T02:52:39Z</dcterms:modified>
</cp:coreProperties>
</file>