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4" r:id="rId4"/>
    <p:sldId id="265" r:id="rId5"/>
    <p:sldId id="266" r:id="rId6"/>
    <p:sldId id="267" r:id="rId7"/>
    <p:sldId id="269" r:id="rId8"/>
    <p:sldId id="268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C7BEA-844C-0749-911F-CAD137C39621}" v="112" dt="2025-12-03T23:02:48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addSld delSld modSld sldOrd">
      <pc:chgData name="Toby Donaldson" userId="2e6e5431-bb17-4c41-9985-d39c50d83c73" providerId="ADAL" clId="{7F9681A8-EEE2-56F4-9B39-ECCBEE0471AC}" dt="2025-12-03T23:05:33.280" v="3781" actId="21"/>
      <pc:docMkLst>
        <pc:docMk/>
      </pc:docMkLst>
      <pc:sldChg chg="addSp delSp modSp mod">
        <pc:chgData name="Toby Donaldson" userId="2e6e5431-bb17-4c41-9985-d39c50d83c73" providerId="ADAL" clId="{7F9681A8-EEE2-56F4-9B39-ECCBEE0471AC}" dt="2025-12-03T22:02:55.988" v="2121" actId="20577"/>
        <pc:sldMkLst>
          <pc:docMk/>
          <pc:sldMk cId="27877428" sldId="256"/>
        </pc:sldMkLst>
        <pc:spChg chg="mod">
          <ac:chgData name="Toby Donaldson" userId="2e6e5431-bb17-4c41-9985-d39c50d83c73" providerId="ADAL" clId="{7F9681A8-EEE2-56F4-9B39-ECCBEE0471AC}" dt="2025-12-03T22:02:55.988" v="2121" actId="20577"/>
          <ac:spMkLst>
            <pc:docMk/>
            <pc:sldMk cId="27877428" sldId="256"/>
            <ac:spMk id="2" creationId="{DAF77FE4-E4BB-C4EE-C3B2-68E122776FE1}"/>
          </ac:spMkLst>
        </pc:spChg>
        <pc:spChg chg="del">
          <ac:chgData name="Toby Donaldson" userId="2e6e5431-bb17-4c41-9985-d39c50d83c73" providerId="ADAL" clId="{7F9681A8-EEE2-56F4-9B39-ECCBEE0471AC}" dt="2025-12-03T22:02:53.310" v="2117" actId="21"/>
          <ac:spMkLst>
            <pc:docMk/>
            <pc:sldMk cId="27877428" sldId="256"/>
            <ac:spMk id="3" creationId="{130F3AFC-3EA8-9529-3538-029FD773F82F}"/>
          </ac:spMkLst>
        </pc:spChg>
        <pc:spChg chg="add mod">
          <ac:chgData name="Toby Donaldson" userId="2e6e5431-bb17-4c41-9985-d39c50d83c73" providerId="ADAL" clId="{7F9681A8-EEE2-56F4-9B39-ECCBEE0471AC}" dt="2025-12-03T22:02:53.310" v="2117" actId="21"/>
          <ac:spMkLst>
            <pc:docMk/>
            <pc:sldMk cId="27877428" sldId="256"/>
            <ac:spMk id="5" creationId="{15F70858-1AFE-26EC-3911-D2568A3900CA}"/>
          </ac:spMkLst>
        </pc:spChg>
      </pc:sldChg>
      <pc:sldChg chg="del modNotesTx">
        <pc:chgData name="Toby Donaldson" userId="2e6e5431-bb17-4c41-9985-d39c50d83c73" providerId="ADAL" clId="{7F9681A8-EEE2-56F4-9B39-ECCBEE0471AC}" dt="2025-12-03T22:14:13.420" v="2301" actId="2696"/>
        <pc:sldMkLst>
          <pc:docMk/>
          <pc:sldMk cId="2918905115" sldId="257"/>
        </pc:sldMkLst>
      </pc:sldChg>
      <pc:sldChg chg="del ord modNotesTx">
        <pc:chgData name="Toby Donaldson" userId="2e6e5431-bb17-4c41-9985-d39c50d83c73" providerId="ADAL" clId="{7F9681A8-EEE2-56F4-9B39-ECCBEE0471AC}" dt="2025-12-03T22:14:13.420" v="2301" actId="2696"/>
        <pc:sldMkLst>
          <pc:docMk/>
          <pc:sldMk cId="782237697" sldId="258"/>
        </pc:sldMkLst>
      </pc:sldChg>
      <pc:sldChg chg="modSp del mod">
        <pc:chgData name="Toby Donaldson" userId="2e6e5431-bb17-4c41-9985-d39c50d83c73" providerId="ADAL" clId="{7F9681A8-EEE2-56F4-9B39-ECCBEE0471AC}" dt="2025-12-03T22:14:13.420" v="2301" actId="2696"/>
        <pc:sldMkLst>
          <pc:docMk/>
          <pc:sldMk cId="3857873483" sldId="260"/>
        </pc:sldMkLst>
        <pc:spChg chg="mod">
          <ac:chgData name="Toby Donaldson" userId="2e6e5431-bb17-4c41-9985-d39c50d83c73" providerId="ADAL" clId="{7F9681A8-EEE2-56F4-9B39-ECCBEE0471AC}" dt="2025-12-03T04:39:54.236" v="2019" actId="20577"/>
          <ac:spMkLst>
            <pc:docMk/>
            <pc:sldMk cId="3857873483" sldId="260"/>
            <ac:spMk id="6" creationId="{9E897918-1621-427B-9A72-CAB86FD7FFC1}"/>
          </ac:spMkLst>
        </pc:spChg>
      </pc:sldChg>
      <pc:sldChg chg="modSp del mod">
        <pc:chgData name="Toby Donaldson" userId="2e6e5431-bb17-4c41-9985-d39c50d83c73" providerId="ADAL" clId="{7F9681A8-EEE2-56F4-9B39-ECCBEE0471AC}" dt="2025-12-03T22:14:13.420" v="2301" actId="2696"/>
        <pc:sldMkLst>
          <pc:docMk/>
          <pc:sldMk cId="1993718180" sldId="261"/>
        </pc:sldMkLst>
        <pc:spChg chg="mod">
          <ac:chgData name="Toby Donaldson" userId="2e6e5431-bb17-4c41-9985-d39c50d83c73" providerId="ADAL" clId="{7F9681A8-EEE2-56F4-9B39-ECCBEE0471AC}" dt="2025-12-03T04:40:53.169" v="2068" actId="20577"/>
          <ac:spMkLst>
            <pc:docMk/>
            <pc:sldMk cId="1993718180" sldId="261"/>
            <ac:spMk id="6" creationId="{598F9C9B-232A-299D-5121-0C35CA2C74CA}"/>
          </ac:spMkLst>
        </pc:spChg>
      </pc:sldChg>
      <pc:sldChg chg="del modNotesTx">
        <pc:chgData name="Toby Donaldson" userId="2e6e5431-bb17-4c41-9985-d39c50d83c73" providerId="ADAL" clId="{7F9681A8-EEE2-56F4-9B39-ECCBEE0471AC}" dt="2025-12-03T22:14:13.420" v="2301" actId="2696"/>
        <pc:sldMkLst>
          <pc:docMk/>
          <pc:sldMk cId="2148397020" sldId="262"/>
        </pc:sldMkLst>
      </pc:sldChg>
      <pc:sldChg chg="addSp delSp modSp new mod">
        <pc:chgData name="Toby Donaldson" userId="2e6e5431-bb17-4c41-9985-d39c50d83c73" providerId="ADAL" clId="{7F9681A8-EEE2-56F4-9B39-ECCBEE0471AC}" dt="2025-12-03T22:16:51.079" v="2334" actId="692"/>
        <pc:sldMkLst>
          <pc:docMk/>
          <pc:sldMk cId="3371721432" sldId="263"/>
        </pc:sldMkLst>
        <pc:spChg chg="del">
          <ac:chgData name="Toby Donaldson" userId="2e6e5431-bb17-4c41-9985-d39c50d83c73" providerId="ADAL" clId="{7F9681A8-EEE2-56F4-9B39-ECCBEE0471AC}" dt="2025-12-03T22:03:08.404" v="2123" actId="21"/>
          <ac:spMkLst>
            <pc:docMk/>
            <pc:sldMk cId="3371721432" sldId="263"/>
            <ac:spMk id="2" creationId="{A64E4AE3-3DD3-9CBC-479E-0D5DCB66808F}"/>
          </ac:spMkLst>
        </pc:spChg>
        <pc:spChg chg="del">
          <ac:chgData name="Toby Donaldson" userId="2e6e5431-bb17-4c41-9985-d39c50d83c73" providerId="ADAL" clId="{7F9681A8-EEE2-56F4-9B39-ECCBEE0471AC}" dt="2025-12-03T22:03:09.544" v="2124" actId="21"/>
          <ac:spMkLst>
            <pc:docMk/>
            <pc:sldMk cId="3371721432" sldId="263"/>
            <ac:spMk id="3" creationId="{53FCD18A-B9C8-8264-9AEC-E96046707B02}"/>
          </ac:spMkLst>
        </pc:spChg>
        <pc:spChg chg="add mod">
          <ac:chgData name="Toby Donaldson" userId="2e6e5431-bb17-4c41-9985-d39c50d83c73" providerId="ADAL" clId="{7F9681A8-EEE2-56F4-9B39-ECCBEE0471AC}" dt="2025-12-03T22:07:08.055" v="2211" actId="164"/>
          <ac:spMkLst>
            <pc:docMk/>
            <pc:sldMk cId="3371721432" sldId="263"/>
            <ac:spMk id="6" creationId="{B209617A-170B-7C2E-FD2C-2609D248B813}"/>
          </ac:spMkLst>
        </pc:spChg>
        <pc:spChg chg="add mod">
          <ac:chgData name="Toby Donaldson" userId="2e6e5431-bb17-4c41-9985-d39c50d83c73" providerId="ADAL" clId="{7F9681A8-EEE2-56F4-9B39-ECCBEE0471AC}" dt="2025-12-03T22:07:08.055" v="2211" actId="164"/>
          <ac:spMkLst>
            <pc:docMk/>
            <pc:sldMk cId="3371721432" sldId="263"/>
            <ac:spMk id="7" creationId="{7487AFAE-D46C-3184-2F90-AF0FA748279B}"/>
          </ac:spMkLst>
        </pc:spChg>
        <pc:spChg chg="add mod">
          <ac:chgData name="Toby Donaldson" userId="2e6e5431-bb17-4c41-9985-d39c50d83c73" providerId="ADAL" clId="{7F9681A8-EEE2-56F4-9B39-ECCBEE0471AC}" dt="2025-12-03T22:07:08.055" v="2211" actId="164"/>
          <ac:spMkLst>
            <pc:docMk/>
            <pc:sldMk cId="3371721432" sldId="263"/>
            <ac:spMk id="8" creationId="{0FEB2AEA-64DF-846E-56BD-80234103132A}"/>
          </ac:spMkLst>
        </pc:spChg>
        <pc:spChg chg="add del mod">
          <ac:chgData name="Toby Donaldson" userId="2e6e5431-bb17-4c41-9985-d39c50d83c73" providerId="ADAL" clId="{7F9681A8-EEE2-56F4-9B39-ECCBEE0471AC}" dt="2025-12-03T22:06:53.925" v="2210" actId="21"/>
          <ac:spMkLst>
            <pc:docMk/>
            <pc:sldMk cId="3371721432" sldId="263"/>
            <ac:spMk id="10" creationId="{5A2586FC-FFF3-6A1F-4DA0-69F26722A0F9}"/>
          </ac:spMkLst>
        </pc:spChg>
        <pc:spChg chg="add del mod">
          <ac:chgData name="Toby Donaldson" userId="2e6e5431-bb17-4c41-9985-d39c50d83c73" providerId="ADAL" clId="{7F9681A8-EEE2-56F4-9B39-ECCBEE0471AC}" dt="2025-12-03T22:06:53.925" v="2210" actId="21"/>
          <ac:spMkLst>
            <pc:docMk/>
            <pc:sldMk cId="3371721432" sldId="263"/>
            <ac:spMk id="11" creationId="{DFDCD0A7-7F8B-B82C-272A-FFDCEF5FE7B3}"/>
          </ac:spMkLst>
        </pc:spChg>
        <pc:spChg chg="add del mod">
          <ac:chgData name="Toby Donaldson" userId="2e6e5431-bb17-4c41-9985-d39c50d83c73" providerId="ADAL" clId="{7F9681A8-EEE2-56F4-9B39-ECCBEE0471AC}" dt="2025-12-03T22:06:53.925" v="2210" actId="21"/>
          <ac:spMkLst>
            <pc:docMk/>
            <pc:sldMk cId="3371721432" sldId="263"/>
            <ac:spMk id="12" creationId="{6B5F04D4-F398-E7AD-BF20-4ADAD2A8C17D}"/>
          </ac:spMkLst>
        </pc:spChg>
        <pc:spChg chg="add del mod">
          <ac:chgData name="Toby Donaldson" userId="2e6e5431-bb17-4c41-9985-d39c50d83c73" providerId="ADAL" clId="{7F9681A8-EEE2-56F4-9B39-ECCBEE0471AC}" dt="2025-12-03T22:06:53.925" v="2210" actId="21"/>
          <ac:spMkLst>
            <pc:docMk/>
            <pc:sldMk cId="3371721432" sldId="263"/>
            <ac:spMk id="13" creationId="{761A8D9C-3FC3-5377-F059-E2A5B1042E71}"/>
          </ac:spMkLst>
        </pc:spChg>
        <pc:spChg chg="add del">
          <ac:chgData name="Toby Donaldson" userId="2e6e5431-bb17-4c41-9985-d39c50d83c73" providerId="ADAL" clId="{7F9681A8-EEE2-56F4-9B39-ECCBEE0471AC}" dt="2025-12-03T22:06:15.979" v="2206" actId="11529"/>
          <ac:spMkLst>
            <pc:docMk/>
            <pc:sldMk cId="3371721432" sldId="263"/>
            <ac:spMk id="14" creationId="{784B76C7-0D3B-D958-797F-17F61C1B27D6}"/>
          </ac:spMkLst>
        </pc:spChg>
        <pc:spChg chg="add mod">
          <ac:chgData name="Toby Donaldson" userId="2e6e5431-bb17-4c41-9985-d39c50d83c73" providerId="ADAL" clId="{7F9681A8-EEE2-56F4-9B39-ECCBEE0471AC}" dt="2025-12-03T22:07:08.055" v="2211" actId="164"/>
          <ac:spMkLst>
            <pc:docMk/>
            <pc:sldMk cId="3371721432" sldId="263"/>
            <ac:spMk id="15" creationId="{C19AF34F-09CC-AA6F-FD30-277E759D9619}"/>
          </ac:spMkLst>
        </pc:spChg>
        <pc:spChg chg="add mod">
          <ac:chgData name="Toby Donaldson" userId="2e6e5431-bb17-4c41-9985-d39c50d83c73" providerId="ADAL" clId="{7F9681A8-EEE2-56F4-9B39-ECCBEE0471AC}" dt="2025-12-03T22:07:14.787" v="2214" actId="1076"/>
          <ac:spMkLst>
            <pc:docMk/>
            <pc:sldMk cId="3371721432" sldId="263"/>
            <ac:spMk id="17" creationId="{32D8E34A-855B-F1A0-5C35-E44AC96B0E25}"/>
          </ac:spMkLst>
        </pc:spChg>
        <pc:spChg chg="mod topLvl">
          <ac:chgData name="Toby Donaldson" userId="2e6e5431-bb17-4c41-9985-d39c50d83c73" providerId="ADAL" clId="{7F9681A8-EEE2-56F4-9B39-ECCBEE0471AC}" dt="2025-12-03T22:12:22.796" v="2293" actId="164"/>
          <ac:spMkLst>
            <pc:docMk/>
            <pc:sldMk cId="3371721432" sldId="263"/>
            <ac:spMk id="20" creationId="{E50105B9-B5C2-3EF1-5221-FDE7432306A2}"/>
          </ac:spMkLst>
        </pc:spChg>
        <pc:spChg chg="mod topLvl">
          <ac:chgData name="Toby Donaldson" userId="2e6e5431-bb17-4c41-9985-d39c50d83c73" providerId="ADAL" clId="{7F9681A8-EEE2-56F4-9B39-ECCBEE0471AC}" dt="2025-12-03T22:12:22.796" v="2293" actId="164"/>
          <ac:spMkLst>
            <pc:docMk/>
            <pc:sldMk cId="3371721432" sldId="263"/>
            <ac:spMk id="21" creationId="{4DC4DC49-BF14-95EE-D8D2-9534F0DE3D4B}"/>
          </ac:spMkLst>
        </pc:spChg>
        <pc:spChg chg="mod topLvl">
          <ac:chgData name="Toby Donaldson" userId="2e6e5431-bb17-4c41-9985-d39c50d83c73" providerId="ADAL" clId="{7F9681A8-EEE2-56F4-9B39-ECCBEE0471AC}" dt="2025-12-03T22:12:22.796" v="2293" actId="164"/>
          <ac:spMkLst>
            <pc:docMk/>
            <pc:sldMk cId="3371721432" sldId="263"/>
            <ac:spMk id="22" creationId="{93DBD35E-99FE-7842-01B9-24B1E6140B2E}"/>
          </ac:spMkLst>
        </pc:spChg>
        <pc:spChg chg="mod topLvl">
          <ac:chgData name="Toby Donaldson" userId="2e6e5431-bb17-4c41-9985-d39c50d83c73" providerId="ADAL" clId="{7F9681A8-EEE2-56F4-9B39-ECCBEE0471AC}" dt="2025-12-03T22:12:22.796" v="2293" actId="164"/>
          <ac:spMkLst>
            <pc:docMk/>
            <pc:sldMk cId="3371721432" sldId="263"/>
            <ac:spMk id="23" creationId="{B879025B-350A-BA37-B9E0-F6EC3D600F13}"/>
          </ac:spMkLst>
        </pc:spChg>
        <pc:spChg chg="add mod">
          <ac:chgData name="Toby Donaldson" userId="2e6e5431-bb17-4c41-9985-d39c50d83c73" providerId="ADAL" clId="{7F9681A8-EEE2-56F4-9B39-ECCBEE0471AC}" dt="2025-12-03T22:12:22.796" v="2293" actId="164"/>
          <ac:spMkLst>
            <pc:docMk/>
            <pc:sldMk cId="3371721432" sldId="263"/>
            <ac:spMk id="24" creationId="{F5013B76-1BE6-C97F-CA99-D13517D4EC68}"/>
          </ac:spMkLst>
        </pc:spChg>
        <pc:spChg chg="add del mod">
          <ac:chgData name="Toby Donaldson" userId="2e6e5431-bb17-4c41-9985-d39c50d83c73" providerId="ADAL" clId="{7F9681A8-EEE2-56F4-9B39-ECCBEE0471AC}" dt="2025-12-03T22:09:37.328" v="2232" actId="21"/>
          <ac:spMkLst>
            <pc:docMk/>
            <pc:sldMk cId="3371721432" sldId="263"/>
            <ac:spMk id="25" creationId="{3C6F894E-27EE-2957-A227-5DBFC2E61209}"/>
          </ac:spMkLst>
        </pc:spChg>
        <pc:spChg chg="add mod">
          <ac:chgData name="Toby Donaldson" userId="2e6e5431-bb17-4c41-9985-d39c50d83c73" providerId="ADAL" clId="{7F9681A8-EEE2-56F4-9B39-ECCBEE0471AC}" dt="2025-12-03T22:12:50.064" v="2296" actId="164"/>
          <ac:spMkLst>
            <pc:docMk/>
            <pc:sldMk cId="3371721432" sldId="263"/>
            <ac:spMk id="27" creationId="{17FEE99C-4DCA-3FDD-211B-0143E27754C1}"/>
          </ac:spMkLst>
        </pc:spChg>
        <pc:spChg chg="add mod">
          <ac:chgData name="Toby Donaldson" userId="2e6e5431-bb17-4c41-9985-d39c50d83c73" providerId="ADAL" clId="{7F9681A8-EEE2-56F4-9B39-ECCBEE0471AC}" dt="2025-12-03T22:12:50.064" v="2296" actId="164"/>
          <ac:spMkLst>
            <pc:docMk/>
            <pc:sldMk cId="3371721432" sldId="263"/>
            <ac:spMk id="28" creationId="{BE7A9E07-34C6-2018-4D27-3907F673D3C6}"/>
          </ac:spMkLst>
        </pc:spChg>
        <pc:spChg chg="add mod">
          <ac:chgData name="Toby Donaldson" userId="2e6e5431-bb17-4c41-9985-d39c50d83c73" providerId="ADAL" clId="{7F9681A8-EEE2-56F4-9B39-ECCBEE0471AC}" dt="2025-12-03T22:12:50.064" v="2296" actId="164"/>
          <ac:spMkLst>
            <pc:docMk/>
            <pc:sldMk cId="3371721432" sldId="263"/>
            <ac:spMk id="29" creationId="{DB169AF9-1A60-7CF5-48EF-35075A757C9E}"/>
          </ac:spMkLst>
        </pc:spChg>
        <pc:spChg chg="add mod">
          <ac:chgData name="Toby Donaldson" userId="2e6e5431-bb17-4c41-9985-d39c50d83c73" providerId="ADAL" clId="{7F9681A8-EEE2-56F4-9B39-ECCBEE0471AC}" dt="2025-12-03T22:12:50.064" v="2296" actId="164"/>
          <ac:spMkLst>
            <pc:docMk/>
            <pc:sldMk cId="3371721432" sldId="263"/>
            <ac:spMk id="30" creationId="{13ABFF00-8EC4-146D-05A4-52E80FBFE7FF}"/>
          </ac:spMkLst>
        </pc:spChg>
        <pc:spChg chg="add mod">
          <ac:chgData name="Toby Donaldson" userId="2e6e5431-bb17-4c41-9985-d39c50d83c73" providerId="ADAL" clId="{7F9681A8-EEE2-56F4-9B39-ECCBEE0471AC}" dt="2025-12-03T22:12:50.064" v="2296" actId="164"/>
          <ac:spMkLst>
            <pc:docMk/>
            <pc:sldMk cId="3371721432" sldId="263"/>
            <ac:spMk id="31" creationId="{C626DEF9-74BD-4589-6EE8-D9D4B2F9E787}"/>
          </ac:spMkLst>
        </pc:spChg>
        <pc:spChg chg="add mod">
          <ac:chgData name="Toby Donaldson" userId="2e6e5431-bb17-4c41-9985-d39c50d83c73" providerId="ADAL" clId="{7F9681A8-EEE2-56F4-9B39-ECCBEE0471AC}" dt="2025-12-03T22:13:30.180" v="2298" actId="164"/>
          <ac:spMkLst>
            <pc:docMk/>
            <pc:sldMk cId="3371721432" sldId="263"/>
            <ac:spMk id="39" creationId="{B4BFD879-00D3-15E8-C573-C54AFFAC00A7}"/>
          </ac:spMkLst>
        </pc:spChg>
        <pc:spChg chg="add mod">
          <ac:chgData name="Toby Donaldson" userId="2e6e5431-bb17-4c41-9985-d39c50d83c73" providerId="ADAL" clId="{7F9681A8-EEE2-56F4-9B39-ECCBEE0471AC}" dt="2025-12-03T22:12:38.496" v="2295" actId="164"/>
          <ac:spMkLst>
            <pc:docMk/>
            <pc:sldMk cId="3371721432" sldId="263"/>
            <ac:spMk id="40" creationId="{5CA7752A-A1AB-2CD3-C31C-18F4BF260B4D}"/>
          </ac:spMkLst>
        </pc:spChg>
        <pc:grpChg chg="add del mod">
          <ac:chgData name="Toby Donaldson" userId="2e6e5431-bb17-4c41-9985-d39c50d83c73" providerId="ADAL" clId="{7F9681A8-EEE2-56F4-9B39-ECCBEE0471AC}" dt="2025-12-03T22:09:34.216" v="2231" actId="21"/>
          <ac:grpSpMkLst>
            <pc:docMk/>
            <pc:sldMk cId="3371721432" sldId="263"/>
            <ac:grpSpMk id="16" creationId="{635BC8A4-63F0-583A-C1F4-B1ECE8E8B0D3}"/>
          </ac:grpSpMkLst>
        </pc:grpChg>
        <pc:grpChg chg="add del mod">
          <ac:chgData name="Toby Donaldson" userId="2e6e5431-bb17-4c41-9985-d39c50d83c73" providerId="ADAL" clId="{7F9681A8-EEE2-56F4-9B39-ECCBEE0471AC}" dt="2025-12-03T22:07:52.061" v="2217" actId="165"/>
          <ac:grpSpMkLst>
            <pc:docMk/>
            <pc:sldMk cId="3371721432" sldId="263"/>
            <ac:grpSpMk id="18" creationId="{8AC3390E-1008-7DF1-065C-8BB4BB2A96B1}"/>
          </ac:grpSpMkLst>
        </pc:grpChg>
        <pc:grpChg chg="add mod">
          <ac:chgData name="Toby Donaldson" userId="2e6e5431-bb17-4c41-9985-d39c50d83c73" providerId="ADAL" clId="{7F9681A8-EEE2-56F4-9B39-ECCBEE0471AC}" dt="2025-12-03T22:12:38.496" v="2295" actId="164"/>
          <ac:grpSpMkLst>
            <pc:docMk/>
            <pc:sldMk cId="3371721432" sldId="263"/>
            <ac:grpSpMk id="41" creationId="{3B651CA9-5AA5-C721-754D-32122BA736EB}"/>
          </ac:grpSpMkLst>
        </pc:grpChg>
        <pc:grpChg chg="add del mod">
          <ac:chgData name="Toby Donaldson" userId="2e6e5431-bb17-4c41-9985-d39c50d83c73" providerId="ADAL" clId="{7F9681A8-EEE2-56F4-9B39-ECCBEE0471AC}" dt="2025-12-03T22:14:32.937" v="2303" actId="21"/>
          <ac:grpSpMkLst>
            <pc:docMk/>
            <pc:sldMk cId="3371721432" sldId="263"/>
            <ac:grpSpMk id="42" creationId="{B9AA41DA-AAC2-69F0-4C84-C5308C69AABF}"/>
          </ac:grpSpMkLst>
        </pc:grpChg>
        <pc:grpChg chg="add mod">
          <ac:chgData name="Toby Donaldson" userId="2e6e5431-bb17-4c41-9985-d39c50d83c73" providerId="ADAL" clId="{7F9681A8-EEE2-56F4-9B39-ECCBEE0471AC}" dt="2025-12-03T22:13:30.180" v="2298" actId="164"/>
          <ac:grpSpMkLst>
            <pc:docMk/>
            <pc:sldMk cId="3371721432" sldId="263"/>
            <ac:grpSpMk id="43" creationId="{0D2E086D-4A4A-3C34-0273-08AE2D9650B9}"/>
          </ac:grpSpMkLst>
        </pc:grpChg>
        <pc:grpChg chg="add mod">
          <ac:chgData name="Toby Donaldson" userId="2e6e5431-bb17-4c41-9985-d39c50d83c73" providerId="ADAL" clId="{7F9681A8-EEE2-56F4-9B39-ECCBEE0471AC}" dt="2025-12-03T22:13:58.430" v="2300" actId="1076"/>
          <ac:grpSpMkLst>
            <pc:docMk/>
            <pc:sldMk cId="3371721432" sldId="263"/>
            <ac:grpSpMk id="44" creationId="{54FDEB4D-8670-1AB0-0260-7042B3F994D0}"/>
          </ac:grpSpMkLst>
        </pc:grpChg>
        <pc:cxnChg chg="add mod">
          <ac:chgData name="Toby Donaldson" userId="2e6e5431-bb17-4c41-9985-d39c50d83c73" providerId="ADAL" clId="{7F9681A8-EEE2-56F4-9B39-ECCBEE0471AC}" dt="2025-12-03T22:07:08.055" v="2211" actId="164"/>
          <ac:cxnSpMkLst>
            <pc:docMk/>
            <pc:sldMk cId="3371721432" sldId="263"/>
            <ac:cxnSpMk id="5" creationId="{6D8E19B3-3585-96E7-97F9-1BE16A7466FB}"/>
          </ac:cxnSpMkLst>
        </pc:cxnChg>
        <pc:cxnChg chg="add del mod">
          <ac:chgData name="Toby Donaldson" userId="2e6e5431-bb17-4c41-9985-d39c50d83c73" providerId="ADAL" clId="{7F9681A8-EEE2-56F4-9B39-ECCBEE0471AC}" dt="2025-12-03T22:06:53.925" v="2210" actId="21"/>
          <ac:cxnSpMkLst>
            <pc:docMk/>
            <pc:sldMk cId="3371721432" sldId="263"/>
            <ac:cxnSpMk id="9" creationId="{B569B331-9F64-A2B4-DD11-13CF78986CBF}"/>
          </ac:cxnSpMkLst>
        </pc:cxnChg>
        <pc:cxnChg chg="mod topLvl">
          <ac:chgData name="Toby Donaldson" userId="2e6e5431-bb17-4c41-9985-d39c50d83c73" providerId="ADAL" clId="{7F9681A8-EEE2-56F4-9B39-ECCBEE0471AC}" dt="2025-12-03T22:12:22.796" v="2293" actId="164"/>
          <ac:cxnSpMkLst>
            <pc:docMk/>
            <pc:sldMk cId="3371721432" sldId="263"/>
            <ac:cxnSpMk id="19" creationId="{398FDD54-DAED-3F07-2DC5-A01419317B60}"/>
          </ac:cxnSpMkLst>
        </pc:cxnChg>
        <pc:cxnChg chg="add mod">
          <ac:chgData name="Toby Donaldson" userId="2e6e5431-bb17-4c41-9985-d39c50d83c73" providerId="ADAL" clId="{7F9681A8-EEE2-56F4-9B39-ECCBEE0471AC}" dt="2025-12-03T22:16:51.079" v="2334" actId="692"/>
          <ac:cxnSpMkLst>
            <pc:docMk/>
            <pc:sldMk cId="3371721432" sldId="263"/>
            <ac:cxnSpMk id="26" creationId="{7A07336D-6C56-D61D-DAFA-61043E4BB472}"/>
          </ac:cxnSpMkLst>
        </pc:cxnChg>
        <pc:cxnChg chg="add mod">
          <ac:chgData name="Toby Donaldson" userId="2e6e5431-bb17-4c41-9985-d39c50d83c73" providerId="ADAL" clId="{7F9681A8-EEE2-56F4-9B39-ECCBEE0471AC}" dt="2025-12-03T22:14:32.937" v="2303" actId="21"/>
          <ac:cxnSpMkLst>
            <pc:docMk/>
            <pc:sldMk cId="3371721432" sldId="263"/>
            <ac:cxnSpMk id="33" creationId="{128812A8-0ECF-F839-56B8-8FEB432520FC}"/>
          </ac:cxnSpMkLst>
        </pc:cxnChg>
      </pc:sldChg>
      <pc:sldChg chg="delSp modSp add mod">
        <pc:chgData name="Toby Donaldson" userId="2e6e5431-bb17-4c41-9985-d39c50d83c73" providerId="ADAL" clId="{7F9681A8-EEE2-56F4-9B39-ECCBEE0471AC}" dt="2025-12-03T22:17:12.347" v="2349" actId="21"/>
        <pc:sldMkLst>
          <pc:docMk/>
          <pc:sldMk cId="872668874" sldId="264"/>
        </pc:sldMkLst>
        <pc:cxnChg chg="mod">
          <ac:chgData name="Toby Donaldson" userId="2e6e5431-bb17-4c41-9985-d39c50d83c73" providerId="ADAL" clId="{7F9681A8-EEE2-56F4-9B39-ECCBEE0471AC}" dt="2025-12-03T22:17:08.428" v="2348" actId="692"/>
          <ac:cxnSpMkLst>
            <pc:docMk/>
            <pc:sldMk cId="872668874" sldId="264"/>
            <ac:cxnSpMk id="19" creationId="{55ECCF12-6832-B4A5-7CA5-D706F331B13B}"/>
          </ac:cxnSpMkLst>
        </pc:cxnChg>
        <pc:cxnChg chg="mod">
          <ac:chgData name="Toby Donaldson" userId="2e6e5431-bb17-4c41-9985-d39c50d83c73" providerId="ADAL" clId="{7F9681A8-EEE2-56F4-9B39-ECCBEE0471AC}" dt="2025-12-03T22:16:59.490" v="2341" actId="692"/>
          <ac:cxnSpMkLst>
            <pc:docMk/>
            <pc:sldMk cId="872668874" sldId="264"/>
            <ac:cxnSpMk id="26" creationId="{EEA264C3-AFBE-C60E-8E3A-5A333E49A565}"/>
          </ac:cxnSpMkLst>
        </pc:cxnChg>
        <pc:cxnChg chg="del mod">
          <ac:chgData name="Toby Donaldson" userId="2e6e5431-bb17-4c41-9985-d39c50d83c73" providerId="ADAL" clId="{7F9681A8-EEE2-56F4-9B39-ECCBEE0471AC}" dt="2025-12-03T22:17:12.347" v="2349" actId="21"/>
          <ac:cxnSpMkLst>
            <pc:docMk/>
            <pc:sldMk cId="872668874" sldId="264"/>
            <ac:cxnSpMk id="33" creationId="{47B8C0FE-9769-9E70-DBF7-B6DEFDACE146}"/>
          </ac:cxnSpMkLst>
        </pc:cxnChg>
      </pc:sldChg>
      <pc:sldChg chg="addSp delSp modSp add del mod">
        <pc:chgData name="Toby Donaldson" userId="2e6e5431-bb17-4c41-9985-d39c50d83c73" providerId="ADAL" clId="{7F9681A8-EEE2-56F4-9B39-ECCBEE0471AC}" dt="2025-12-03T22:18:15.183" v="2350" actId="2696"/>
        <pc:sldMkLst>
          <pc:docMk/>
          <pc:sldMk cId="1252226271" sldId="265"/>
        </pc:sldMkLst>
        <pc:spChg chg="add mod">
          <ac:chgData name="Toby Donaldson" userId="2e6e5431-bb17-4c41-9985-d39c50d83c73" providerId="ADAL" clId="{7F9681A8-EEE2-56F4-9B39-ECCBEE0471AC}" dt="2025-12-03T22:16:09.062" v="2313" actId="14100"/>
          <ac:spMkLst>
            <pc:docMk/>
            <pc:sldMk cId="1252226271" sldId="265"/>
            <ac:spMk id="2" creationId="{2FF69F49-41AC-A58C-B428-81926186404B}"/>
          </ac:spMkLst>
        </pc:spChg>
        <pc:spChg chg="mod topLvl">
          <ac:chgData name="Toby Donaldson" userId="2e6e5431-bb17-4c41-9985-d39c50d83c73" providerId="ADAL" clId="{7F9681A8-EEE2-56F4-9B39-ECCBEE0471AC}" dt="2025-12-03T22:15:51.743" v="2310" actId="165"/>
          <ac:spMkLst>
            <pc:docMk/>
            <pc:sldMk cId="1252226271" sldId="265"/>
            <ac:spMk id="20" creationId="{CE45A271-FAE0-0F27-DD41-F3BE0115B00E}"/>
          </ac:spMkLst>
        </pc:spChg>
        <pc:spChg chg="mod topLvl">
          <ac:chgData name="Toby Donaldson" userId="2e6e5431-bb17-4c41-9985-d39c50d83c73" providerId="ADAL" clId="{7F9681A8-EEE2-56F4-9B39-ECCBEE0471AC}" dt="2025-12-03T22:15:51.743" v="2310" actId="165"/>
          <ac:spMkLst>
            <pc:docMk/>
            <pc:sldMk cId="1252226271" sldId="265"/>
            <ac:spMk id="21" creationId="{A1C35A39-3E35-014A-3C49-5FA196CD772C}"/>
          </ac:spMkLst>
        </pc:spChg>
        <pc:spChg chg="mod topLvl">
          <ac:chgData name="Toby Donaldson" userId="2e6e5431-bb17-4c41-9985-d39c50d83c73" providerId="ADAL" clId="{7F9681A8-EEE2-56F4-9B39-ECCBEE0471AC}" dt="2025-12-03T22:15:51.743" v="2310" actId="165"/>
          <ac:spMkLst>
            <pc:docMk/>
            <pc:sldMk cId="1252226271" sldId="265"/>
            <ac:spMk id="22" creationId="{712F14A5-9EAF-42A2-C5B0-8394FAC23620}"/>
          </ac:spMkLst>
        </pc:spChg>
        <pc:spChg chg="mod topLvl">
          <ac:chgData name="Toby Donaldson" userId="2e6e5431-bb17-4c41-9985-d39c50d83c73" providerId="ADAL" clId="{7F9681A8-EEE2-56F4-9B39-ECCBEE0471AC}" dt="2025-12-03T22:15:51.743" v="2310" actId="165"/>
          <ac:spMkLst>
            <pc:docMk/>
            <pc:sldMk cId="1252226271" sldId="265"/>
            <ac:spMk id="23" creationId="{0FA93DE5-221D-AF77-CB7E-B38D38E07A71}"/>
          </ac:spMkLst>
        </pc:spChg>
        <pc:spChg chg="mod topLvl">
          <ac:chgData name="Toby Donaldson" userId="2e6e5431-bb17-4c41-9985-d39c50d83c73" providerId="ADAL" clId="{7F9681A8-EEE2-56F4-9B39-ECCBEE0471AC}" dt="2025-12-03T22:15:51.743" v="2310" actId="165"/>
          <ac:spMkLst>
            <pc:docMk/>
            <pc:sldMk cId="1252226271" sldId="265"/>
            <ac:spMk id="24" creationId="{E64F39B6-0B30-C52F-8427-22FB445F5B66}"/>
          </ac:spMkLst>
        </pc:spChg>
        <pc:spChg chg="mod topLvl">
          <ac:chgData name="Toby Donaldson" userId="2e6e5431-bb17-4c41-9985-d39c50d83c73" providerId="ADAL" clId="{7F9681A8-EEE2-56F4-9B39-ECCBEE0471AC}" dt="2025-12-03T22:15:43.283" v="2309" actId="165"/>
          <ac:spMkLst>
            <pc:docMk/>
            <pc:sldMk cId="1252226271" sldId="265"/>
            <ac:spMk id="40" creationId="{11C1160F-F90D-F87D-1A44-AC74A9F712BA}"/>
          </ac:spMkLst>
        </pc:spChg>
        <pc:grpChg chg="del mod topLvl">
          <ac:chgData name="Toby Donaldson" userId="2e6e5431-bb17-4c41-9985-d39c50d83c73" providerId="ADAL" clId="{7F9681A8-EEE2-56F4-9B39-ECCBEE0471AC}" dt="2025-12-03T22:15:51.743" v="2310" actId="165"/>
          <ac:grpSpMkLst>
            <pc:docMk/>
            <pc:sldMk cId="1252226271" sldId="265"/>
            <ac:grpSpMk id="41" creationId="{0ECD2572-44D7-3D7B-3127-9EDB6013969E}"/>
          </ac:grpSpMkLst>
        </pc:grpChg>
        <pc:grpChg chg="del">
          <ac:chgData name="Toby Donaldson" userId="2e6e5431-bb17-4c41-9985-d39c50d83c73" providerId="ADAL" clId="{7F9681A8-EEE2-56F4-9B39-ECCBEE0471AC}" dt="2025-12-03T22:15:43.283" v="2309" actId="165"/>
          <ac:grpSpMkLst>
            <pc:docMk/>
            <pc:sldMk cId="1252226271" sldId="265"/>
            <ac:grpSpMk id="42" creationId="{5024EC1A-7578-F923-A0C5-9F3F3D386744}"/>
          </ac:grpSpMkLst>
        </pc:grpChg>
        <pc:cxnChg chg="mod topLvl">
          <ac:chgData name="Toby Donaldson" userId="2e6e5431-bb17-4c41-9985-d39c50d83c73" providerId="ADAL" clId="{7F9681A8-EEE2-56F4-9B39-ECCBEE0471AC}" dt="2025-12-03T22:16:26.259" v="2320" actId="692"/>
          <ac:cxnSpMkLst>
            <pc:docMk/>
            <pc:sldMk cId="1252226271" sldId="265"/>
            <ac:cxnSpMk id="19" creationId="{F4159840-0486-8CE7-5159-6CF9C8202AF0}"/>
          </ac:cxnSpMkLst>
        </pc:cxnChg>
        <pc:cxnChg chg="mod">
          <ac:chgData name="Toby Donaldson" userId="2e6e5431-bb17-4c41-9985-d39c50d83c73" providerId="ADAL" clId="{7F9681A8-EEE2-56F4-9B39-ECCBEE0471AC}" dt="2025-12-03T22:16:39.528" v="2327" actId="692"/>
          <ac:cxnSpMkLst>
            <pc:docMk/>
            <pc:sldMk cId="1252226271" sldId="265"/>
            <ac:cxnSpMk id="26" creationId="{294EB44D-3C24-AF0C-A678-3CC4FA0EA0EF}"/>
          </ac:cxnSpMkLst>
        </pc:cxnChg>
        <pc:cxnChg chg="del mod topLvl">
          <ac:chgData name="Toby Donaldson" userId="2e6e5431-bb17-4c41-9985-d39c50d83c73" providerId="ADAL" clId="{7F9681A8-EEE2-56F4-9B39-ECCBEE0471AC}" dt="2025-12-03T22:15:55.501" v="2311" actId="21"/>
          <ac:cxnSpMkLst>
            <pc:docMk/>
            <pc:sldMk cId="1252226271" sldId="265"/>
            <ac:cxnSpMk id="33" creationId="{43B93F99-751B-4478-7480-9F534C08EDE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5-12-03T22:27:57.397" v="2565" actId="21"/>
        <pc:sldMkLst>
          <pc:docMk/>
          <pc:sldMk cId="2161767192" sldId="265"/>
        </pc:sldMkLst>
        <pc:spChg chg="add mod">
          <ac:chgData name="Toby Donaldson" userId="2e6e5431-bb17-4c41-9985-d39c50d83c73" providerId="ADAL" clId="{7F9681A8-EEE2-56F4-9B39-ECCBEE0471AC}" dt="2025-12-03T22:19:40.537" v="2363" actId="14100"/>
          <ac:spMkLst>
            <pc:docMk/>
            <pc:sldMk cId="2161767192" sldId="265"/>
            <ac:spMk id="2" creationId="{AB41F4AE-5788-D061-AB36-D30423C53C6A}"/>
          </ac:spMkLst>
        </pc:spChg>
        <pc:spChg chg="add del mod">
          <ac:chgData name="Toby Donaldson" userId="2e6e5431-bb17-4c41-9985-d39c50d83c73" providerId="ADAL" clId="{7F9681A8-EEE2-56F4-9B39-ECCBEE0471AC}" dt="2025-12-03T22:27:53.600" v="2564" actId="21"/>
          <ac:spMkLst>
            <pc:docMk/>
            <pc:sldMk cId="2161767192" sldId="265"/>
            <ac:spMk id="3" creationId="{4F94F8C4-27B1-C881-14FC-BDF240352AD1}"/>
          </ac:spMkLst>
        </pc:spChg>
        <pc:spChg chg="add del mod">
          <ac:chgData name="Toby Donaldson" userId="2e6e5431-bb17-4c41-9985-d39c50d83c73" providerId="ADAL" clId="{7F9681A8-EEE2-56F4-9B39-ECCBEE0471AC}" dt="2025-12-03T22:27:57.397" v="2565" actId="21"/>
          <ac:spMkLst>
            <pc:docMk/>
            <pc:sldMk cId="2161767192" sldId="265"/>
            <ac:spMk id="4" creationId="{6ADAE8A5-F598-BA2F-16EC-3714B6270CC1}"/>
          </ac:spMkLst>
        </pc:spChg>
        <pc:spChg chg="add mod">
          <ac:chgData name="Toby Donaldson" userId="2e6e5431-bb17-4c41-9985-d39c50d83c73" providerId="ADAL" clId="{7F9681A8-EEE2-56F4-9B39-ECCBEE0471AC}" dt="2025-12-03T22:23:14.250" v="2391" actId="1076"/>
          <ac:spMkLst>
            <pc:docMk/>
            <pc:sldMk cId="2161767192" sldId="265"/>
            <ac:spMk id="15" creationId="{A8472B4D-E306-717C-138E-0BE498CAE8AD}"/>
          </ac:spMkLst>
        </pc:spChg>
        <pc:spChg chg="add mod">
          <ac:chgData name="Toby Donaldson" userId="2e6e5431-bb17-4c41-9985-d39c50d83c73" providerId="ADAL" clId="{7F9681A8-EEE2-56F4-9B39-ECCBEE0471AC}" dt="2025-12-03T22:23:54.785" v="2401" actId="1076"/>
          <ac:spMkLst>
            <pc:docMk/>
            <pc:sldMk cId="2161767192" sldId="265"/>
            <ac:spMk id="16" creationId="{DC58552D-EB75-7CEC-0EFB-3DAE8ED99FB4}"/>
          </ac:spMkLst>
        </pc:spChg>
        <pc:spChg chg="add mod">
          <ac:chgData name="Toby Donaldson" userId="2e6e5431-bb17-4c41-9985-d39c50d83c73" providerId="ADAL" clId="{7F9681A8-EEE2-56F4-9B39-ECCBEE0471AC}" dt="2025-12-03T22:27:10.931" v="2561" actId="1076"/>
          <ac:spMkLst>
            <pc:docMk/>
            <pc:sldMk cId="2161767192" sldId="265"/>
            <ac:spMk id="17" creationId="{DD48A26C-F774-1B45-E5DC-CA4893473E0E}"/>
          </ac:spMkLst>
        </pc:spChg>
        <pc:spChg chg="add mod">
          <ac:chgData name="Toby Donaldson" userId="2e6e5431-bb17-4c41-9985-d39c50d83c73" providerId="ADAL" clId="{7F9681A8-EEE2-56F4-9B39-ECCBEE0471AC}" dt="2025-12-03T22:26:24.333" v="2555" actId="1076"/>
          <ac:spMkLst>
            <pc:docMk/>
            <pc:sldMk cId="2161767192" sldId="265"/>
            <ac:spMk id="18" creationId="{3D744EBA-6836-EBF7-9558-731298FF3CA6}"/>
          </ac:spMkLst>
        </pc:spChg>
        <pc:grpChg chg="add mod">
          <ac:chgData name="Toby Donaldson" userId="2e6e5431-bb17-4c41-9985-d39c50d83c73" providerId="ADAL" clId="{7F9681A8-EEE2-56F4-9B39-ECCBEE0471AC}" dt="2025-12-03T22:21:49.509" v="2388" actId="1076"/>
          <ac:grpSpMkLst>
            <pc:docMk/>
            <pc:sldMk cId="2161767192" sldId="265"/>
            <ac:grpSpMk id="14" creationId="{9B8BA12A-735C-7B05-E87E-E77F49212C5F}"/>
          </ac:grpSpMkLst>
        </pc:grpChg>
        <pc:grpChg chg="mod">
          <ac:chgData name="Toby Donaldson" userId="2e6e5431-bb17-4c41-9985-d39c50d83c73" providerId="ADAL" clId="{7F9681A8-EEE2-56F4-9B39-ECCBEE0471AC}" dt="2025-12-03T22:27:04.745" v="2560" actId="1076"/>
          <ac:grpSpMkLst>
            <pc:docMk/>
            <pc:sldMk cId="2161767192" sldId="265"/>
            <ac:grpSpMk id="44" creationId="{B82C8DE2-D2EA-34D3-3CE2-96966B9A5668}"/>
          </ac:grpSpMkLst>
        </pc:grpChg>
        <pc:cxnChg chg="add del mod">
          <ac:chgData name="Toby Donaldson" userId="2e6e5431-bb17-4c41-9985-d39c50d83c73" providerId="ADAL" clId="{7F9681A8-EEE2-56F4-9B39-ECCBEE0471AC}" dt="2025-12-03T22:20:46.582" v="2379" actId="11529"/>
          <ac:cxnSpMkLst>
            <pc:docMk/>
            <pc:sldMk cId="2161767192" sldId="265"/>
            <ac:cxnSpMk id="6" creationId="{2D8A426C-49EF-2F41-1597-935EB29A916F}"/>
          </ac:cxnSpMkLst>
        </pc:cxnChg>
        <pc:cxnChg chg="add mod">
          <ac:chgData name="Toby Donaldson" userId="2e6e5431-bb17-4c41-9985-d39c50d83c73" providerId="ADAL" clId="{7F9681A8-EEE2-56F4-9B39-ECCBEE0471AC}" dt="2025-12-03T22:21:36.618" v="2386" actId="164"/>
          <ac:cxnSpMkLst>
            <pc:docMk/>
            <pc:sldMk cId="2161767192" sldId="265"/>
            <ac:cxnSpMk id="8" creationId="{DCD770FB-9C08-457C-D374-265A6A6ACB86}"/>
          </ac:cxnSpMkLst>
        </pc:cxnChg>
        <pc:cxnChg chg="add mod">
          <ac:chgData name="Toby Donaldson" userId="2e6e5431-bb17-4c41-9985-d39c50d83c73" providerId="ADAL" clId="{7F9681A8-EEE2-56F4-9B39-ECCBEE0471AC}" dt="2025-12-03T22:21:36.618" v="2386" actId="164"/>
          <ac:cxnSpMkLst>
            <pc:docMk/>
            <pc:sldMk cId="2161767192" sldId="265"/>
            <ac:cxnSpMk id="9" creationId="{29C1A936-39E4-8A6E-276D-CC1CF31D330E}"/>
          </ac:cxnSpMkLst>
        </pc:cxnChg>
      </pc:sldChg>
      <pc:sldChg chg="addSp modSp add mod">
        <pc:chgData name="Toby Donaldson" userId="2e6e5431-bb17-4c41-9985-d39c50d83c73" providerId="ADAL" clId="{7F9681A8-EEE2-56F4-9B39-ECCBEE0471AC}" dt="2025-12-03T22:57:58.837" v="3642" actId="5793"/>
        <pc:sldMkLst>
          <pc:docMk/>
          <pc:sldMk cId="337449396" sldId="266"/>
        </pc:sldMkLst>
        <pc:spChg chg="mod">
          <ac:chgData name="Toby Donaldson" userId="2e6e5431-bb17-4c41-9985-d39c50d83c73" providerId="ADAL" clId="{7F9681A8-EEE2-56F4-9B39-ECCBEE0471AC}" dt="2025-12-03T22:28:09.097" v="2566" actId="207"/>
          <ac:spMkLst>
            <pc:docMk/>
            <pc:sldMk cId="337449396" sldId="266"/>
            <ac:spMk id="3" creationId="{3262F2DF-6DC7-2005-52B3-727B1BA0D42C}"/>
          </ac:spMkLst>
        </pc:spChg>
        <pc:spChg chg="mod">
          <ac:chgData name="Toby Donaldson" userId="2e6e5431-bb17-4c41-9985-d39c50d83c73" providerId="ADAL" clId="{7F9681A8-EEE2-56F4-9B39-ECCBEE0471AC}" dt="2025-12-03T22:28:23.152" v="2567" actId="207"/>
          <ac:spMkLst>
            <pc:docMk/>
            <pc:sldMk cId="337449396" sldId="266"/>
            <ac:spMk id="4" creationId="{E9F93067-FA5D-37F2-856E-5BBCD5A07B10}"/>
          </ac:spMkLst>
        </pc:spChg>
        <pc:spChg chg="add mod">
          <ac:chgData name="Toby Donaldson" userId="2e6e5431-bb17-4c41-9985-d39c50d83c73" providerId="ADAL" clId="{7F9681A8-EEE2-56F4-9B39-ECCBEE0471AC}" dt="2025-12-03T22:57:58.837" v="3642" actId="5793"/>
          <ac:spMkLst>
            <pc:docMk/>
            <pc:sldMk cId="337449396" sldId="266"/>
            <ac:spMk id="5" creationId="{5FAC6385-2F36-7058-ECAC-184E82AABDCB}"/>
          </ac:spMkLst>
        </pc:spChg>
        <pc:spChg chg="mod">
          <ac:chgData name="Toby Donaldson" userId="2e6e5431-bb17-4c41-9985-d39c50d83c73" providerId="ADAL" clId="{7F9681A8-EEE2-56F4-9B39-ECCBEE0471AC}" dt="2025-12-03T22:29:39.202" v="2681" actId="1076"/>
          <ac:spMkLst>
            <pc:docMk/>
            <pc:sldMk cId="337449396" sldId="266"/>
            <ac:spMk id="17" creationId="{8CFFE509-7920-B67B-2147-ED04BBDAC0CA}"/>
          </ac:spMkLst>
        </pc:spChg>
      </pc:sldChg>
      <pc:sldChg chg="add del">
        <pc:chgData name="Toby Donaldson" userId="2e6e5431-bb17-4c41-9985-d39c50d83c73" providerId="ADAL" clId="{7F9681A8-EEE2-56F4-9B39-ECCBEE0471AC}" dt="2025-12-03T22:27:38.645" v="2562" actId="2696"/>
        <pc:sldMkLst>
          <pc:docMk/>
          <pc:sldMk cId="459200094" sldId="266"/>
        </pc:sldMkLst>
      </pc:sldChg>
      <pc:sldChg chg="addSp delSp modSp add mod">
        <pc:chgData name="Toby Donaldson" userId="2e6e5431-bb17-4c41-9985-d39c50d83c73" providerId="ADAL" clId="{7F9681A8-EEE2-56F4-9B39-ECCBEE0471AC}" dt="2025-12-03T22:57:51.837" v="3636" actId="20577"/>
        <pc:sldMkLst>
          <pc:docMk/>
          <pc:sldMk cId="2047770216" sldId="267"/>
        </pc:sldMkLst>
        <pc:spChg chg="mod">
          <ac:chgData name="Toby Donaldson" userId="2e6e5431-bb17-4c41-9985-d39c50d83c73" providerId="ADAL" clId="{7F9681A8-EEE2-56F4-9B39-ECCBEE0471AC}" dt="2025-12-03T22:32:31.397" v="2779" actId="207"/>
          <ac:spMkLst>
            <pc:docMk/>
            <pc:sldMk cId="2047770216" sldId="267"/>
            <ac:spMk id="3" creationId="{D1CB467E-C29E-7059-ECB1-8D1E1DE6F0BB}"/>
          </ac:spMkLst>
        </pc:spChg>
        <pc:spChg chg="mod">
          <ac:chgData name="Toby Donaldson" userId="2e6e5431-bb17-4c41-9985-d39c50d83c73" providerId="ADAL" clId="{7F9681A8-EEE2-56F4-9B39-ECCBEE0471AC}" dt="2025-12-03T22:32:23.866" v="2778" actId="207"/>
          <ac:spMkLst>
            <pc:docMk/>
            <pc:sldMk cId="2047770216" sldId="267"/>
            <ac:spMk id="4" creationId="{F33F4259-4A16-F826-2622-3B03259E2D33}"/>
          </ac:spMkLst>
        </pc:spChg>
        <pc:spChg chg="mod">
          <ac:chgData name="Toby Donaldson" userId="2e6e5431-bb17-4c41-9985-d39c50d83c73" providerId="ADAL" clId="{7F9681A8-EEE2-56F4-9B39-ECCBEE0471AC}" dt="2025-12-03T22:57:51.837" v="3636" actId="20577"/>
          <ac:spMkLst>
            <pc:docMk/>
            <pc:sldMk cId="2047770216" sldId="267"/>
            <ac:spMk id="5" creationId="{BBD0A4A9-5E0D-2DC1-54FE-52C145EE4B02}"/>
          </ac:spMkLst>
        </pc:spChg>
        <pc:spChg chg="add mod">
          <ac:chgData name="Toby Donaldson" userId="2e6e5431-bb17-4c41-9985-d39c50d83c73" providerId="ADAL" clId="{7F9681A8-EEE2-56F4-9B39-ECCBEE0471AC}" dt="2025-12-03T22:32:07.224" v="2775" actId="692"/>
          <ac:spMkLst>
            <pc:docMk/>
            <pc:sldMk cId="2047770216" sldId="267"/>
            <ac:spMk id="6" creationId="{ECD62455-9EF1-17CE-2BE2-7F0CAF074901}"/>
          </ac:spMkLst>
        </pc:spChg>
        <pc:spChg chg="add mod">
          <ac:chgData name="Toby Donaldson" userId="2e6e5431-bb17-4c41-9985-d39c50d83c73" providerId="ADAL" clId="{7F9681A8-EEE2-56F4-9B39-ECCBEE0471AC}" dt="2025-12-03T22:31:55.875" v="2774" actId="692"/>
          <ac:spMkLst>
            <pc:docMk/>
            <pc:sldMk cId="2047770216" sldId="267"/>
            <ac:spMk id="7" creationId="{EB6ADCC1-3EF0-2B94-E936-09AD84B36D70}"/>
          </ac:spMkLst>
        </pc:spChg>
        <pc:spChg chg="add mod">
          <ac:chgData name="Toby Donaldson" userId="2e6e5431-bb17-4c41-9985-d39c50d83c73" providerId="ADAL" clId="{7F9681A8-EEE2-56F4-9B39-ECCBEE0471AC}" dt="2025-12-03T22:34:27.108" v="2802" actId="20577"/>
          <ac:spMkLst>
            <pc:docMk/>
            <pc:sldMk cId="2047770216" sldId="267"/>
            <ac:spMk id="10" creationId="{4CA8790D-EB49-643E-A0EB-34D63DC7136B}"/>
          </ac:spMkLst>
        </pc:spChg>
        <pc:spChg chg="add mod">
          <ac:chgData name="Toby Donaldson" userId="2e6e5431-bb17-4c41-9985-d39c50d83c73" providerId="ADAL" clId="{7F9681A8-EEE2-56F4-9B39-ECCBEE0471AC}" dt="2025-12-03T22:34:30.137" v="2805" actId="20577"/>
          <ac:spMkLst>
            <pc:docMk/>
            <pc:sldMk cId="2047770216" sldId="267"/>
            <ac:spMk id="11" creationId="{925E2C6B-B8ED-1A53-3DD9-9B89F2BC7AC3}"/>
          </ac:spMkLst>
        </pc:spChg>
        <pc:spChg chg="del">
          <ac:chgData name="Toby Donaldson" userId="2e6e5431-bb17-4c41-9985-d39c50d83c73" providerId="ADAL" clId="{7F9681A8-EEE2-56F4-9B39-ECCBEE0471AC}" dt="2025-12-03T22:30:21.432" v="2760" actId="21"/>
          <ac:spMkLst>
            <pc:docMk/>
            <pc:sldMk cId="2047770216" sldId="267"/>
            <ac:spMk id="18" creationId="{F40768A3-3983-8D30-2524-4208B7EAF88E}"/>
          </ac:spMkLst>
        </pc:spChg>
      </pc:sldChg>
      <pc:sldChg chg="modSp add mod">
        <pc:chgData name="Toby Donaldson" userId="2e6e5431-bb17-4c41-9985-d39c50d83c73" providerId="ADAL" clId="{7F9681A8-EEE2-56F4-9B39-ECCBEE0471AC}" dt="2025-12-03T22:58:13.576" v="3650" actId="20577"/>
        <pc:sldMkLst>
          <pc:docMk/>
          <pc:sldMk cId="1545544959" sldId="268"/>
        </pc:sldMkLst>
        <pc:spChg chg="mod">
          <ac:chgData name="Toby Donaldson" userId="2e6e5431-bb17-4c41-9985-d39c50d83c73" providerId="ADAL" clId="{7F9681A8-EEE2-56F4-9B39-ECCBEE0471AC}" dt="2025-12-03T22:58:13.576" v="3650" actId="20577"/>
          <ac:spMkLst>
            <pc:docMk/>
            <pc:sldMk cId="1545544959" sldId="268"/>
            <ac:spMk id="5" creationId="{2595E238-E0FC-4E4B-B42A-56ED003C49A4}"/>
          </ac:spMkLst>
        </pc:spChg>
      </pc:sldChg>
      <pc:sldChg chg="modSp add mod">
        <pc:chgData name="Toby Donaldson" userId="2e6e5431-bb17-4c41-9985-d39c50d83c73" providerId="ADAL" clId="{7F9681A8-EEE2-56F4-9B39-ECCBEE0471AC}" dt="2025-12-03T22:58:04.587" v="3646" actId="20577"/>
        <pc:sldMkLst>
          <pc:docMk/>
          <pc:sldMk cId="3985858028" sldId="269"/>
        </pc:sldMkLst>
        <pc:spChg chg="mod">
          <ac:chgData name="Toby Donaldson" userId="2e6e5431-bb17-4c41-9985-d39c50d83c73" providerId="ADAL" clId="{7F9681A8-EEE2-56F4-9B39-ECCBEE0471AC}" dt="2025-12-03T22:58:04.587" v="3646" actId="20577"/>
          <ac:spMkLst>
            <pc:docMk/>
            <pc:sldMk cId="3985858028" sldId="269"/>
            <ac:spMk id="5" creationId="{72185253-9AE6-1175-6DE9-EDA63A64119E}"/>
          </ac:spMkLst>
        </pc:spChg>
        <pc:spChg chg="mod">
          <ac:chgData name="Toby Donaldson" userId="2e6e5431-bb17-4c41-9985-d39c50d83c73" providerId="ADAL" clId="{7F9681A8-EEE2-56F4-9B39-ECCBEE0471AC}" dt="2025-12-03T22:34:45.382" v="2810" actId="1076"/>
          <ac:spMkLst>
            <pc:docMk/>
            <pc:sldMk cId="3985858028" sldId="269"/>
            <ac:spMk id="7" creationId="{4EC0AA0C-B00D-A8C5-FE18-E45181A6E937}"/>
          </ac:spMkLst>
        </pc:spChg>
        <pc:spChg chg="mod">
          <ac:chgData name="Toby Donaldson" userId="2e6e5431-bb17-4c41-9985-d39c50d83c73" providerId="ADAL" clId="{7F9681A8-EEE2-56F4-9B39-ECCBEE0471AC}" dt="2025-12-03T22:34:54.431" v="2811" actId="1076"/>
          <ac:spMkLst>
            <pc:docMk/>
            <pc:sldMk cId="3985858028" sldId="269"/>
            <ac:spMk id="11" creationId="{8988D7AC-D768-A45F-A02F-38D10866CC7C}"/>
          </ac:spMkLst>
        </pc:spChg>
      </pc:sldChg>
      <pc:sldChg chg="addSp delSp modSp add mod">
        <pc:chgData name="Toby Donaldson" userId="2e6e5431-bb17-4c41-9985-d39c50d83c73" providerId="ADAL" clId="{7F9681A8-EEE2-56F4-9B39-ECCBEE0471AC}" dt="2025-12-03T22:58:26.587" v="3651" actId="207"/>
        <pc:sldMkLst>
          <pc:docMk/>
          <pc:sldMk cId="19832171" sldId="270"/>
        </pc:sldMkLst>
        <pc:spChg chg="mod">
          <ac:chgData name="Toby Donaldson" userId="2e6e5431-bb17-4c41-9985-d39c50d83c73" providerId="ADAL" clId="{7F9681A8-EEE2-56F4-9B39-ECCBEE0471AC}" dt="2025-12-03T22:58:26.587" v="3651" actId="207"/>
          <ac:spMkLst>
            <pc:docMk/>
            <pc:sldMk cId="19832171" sldId="270"/>
            <ac:spMk id="5" creationId="{87F95936-3958-039E-542C-B1C8EB040C0E}"/>
          </ac:spMkLst>
        </pc:spChg>
        <pc:spChg chg="mod">
          <ac:chgData name="Toby Donaldson" userId="2e6e5431-bb17-4c41-9985-d39c50d83c73" providerId="ADAL" clId="{7F9681A8-EEE2-56F4-9B39-ECCBEE0471AC}" dt="2025-12-03T22:43:37.055" v="3063" actId="692"/>
          <ac:spMkLst>
            <pc:docMk/>
            <pc:sldMk cId="19832171" sldId="270"/>
            <ac:spMk id="6" creationId="{0B43B5B0-D921-EAF2-4516-E4885801EFEA}"/>
          </ac:spMkLst>
        </pc:spChg>
        <pc:spChg chg="mod">
          <ac:chgData name="Toby Donaldson" userId="2e6e5431-bb17-4c41-9985-d39c50d83c73" providerId="ADAL" clId="{7F9681A8-EEE2-56F4-9B39-ECCBEE0471AC}" dt="2025-12-03T22:43:33.023" v="3062" actId="692"/>
          <ac:spMkLst>
            <pc:docMk/>
            <pc:sldMk cId="19832171" sldId="270"/>
            <ac:spMk id="7" creationId="{C6E43A01-9AF0-20C4-2097-E5D61B1C92AE}"/>
          </ac:spMkLst>
        </pc:spChg>
        <pc:spChg chg="mod">
          <ac:chgData name="Toby Donaldson" userId="2e6e5431-bb17-4c41-9985-d39c50d83c73" providerId="ADAL" clId="{7F9681A8-EEE2-56F4-9B39-ECCBEE0471AC}" dt="2025-12-03T22:43:43.249" v="3064" actId="207"/>
          <ac:spMkLst>
            <pc:docMk/>
            <pc:sldMk cId="19832171" sldId="270"/>
            <ac:spMk id="10" creationId="{B5B67A8D-D6D3-8BAA-5DAA-42548FD6251C}"/>
          </ac:spMkLst>
        </pc:spChg>
        <pc:spChg chg="mod">
          <ac:chgData name="Toby Donaldson" userId="2e6e5431-bb17-4c41-9985-d39c50d83c73" providerId="ADAL" clId="{7F9681A8-EEE2-56F4-9B39-ECCBEE0471AC}" dt="2025-12-03T22:43:43.249" v="3064" actId="207"/>
          <ac:spMkLst>
            <pc:docMk/>
            <pc:sldMk cId="19832171" sldId="270"/>
            <ac:spMk id="11" creationId="{6E65739A-7E96-DC6E-77BE-5A9126AB0FC3}"/>
          </ac:spMkLst>
        </pc:spChg>
        <pc:spChg chg="add del mod">
          <ac:chgData name="Toby Donaldson" userId="2e6e5431-bb17-4c41-9985-d39c50d83c73" providerId="ADAL" clId="{7F9681A8-EEE2-56F4-9B39-ECCBEE0471AC}" dt="2025-12-03T22:40:30.800" v="3031" actId="21"/>
          <ac:spMkLst>
            <pc:docMk/>
            <pc:sldMk cId="19832171" sldId="270"/>
            <ac:spMk id="12" creationId="{04A6154A-B031-DF4C-CEEB-760E2100B6E3}"/>
          </ac:spMkLst>
        </pc:spChg>
        <pc:cxnChg chg="add del">
          <ac:chgData name="Toby Donaldson" userId="2e6e5431-bb17-4c41-9985-d39c50d83c73" providerId="ADAL" clId="{7F9681A8-EEE2-56F4-9B39-ECCBEE0471AC}" dt="2025-12-03T22:40:30.800" v="3031" actId="21"/>
          <ac:cxnSpMkLst>
            <pc:docMk/>
            <pc:sldMk cId="19832171" sldId="270"/>
            <ac:cxnSpMk id="18" creationId="{3135D776-3F47-F09B-B660-6FF339FF8A89}"/>
          </ac:cxnSpMkLst>
        </pc:cxnChg>
      </pc:sldChg>
      <pc:sldChg chg="modSp add mod">
        <pc:chgData name="Toby Donaldson" userId="2e6e5431-bb17-4c41-9985-d39c50d83c73" providerId="ADAL" clId="{7F9681A8-EEE2-56F4-9B39-ECCBEE0471AC}" dt="2025-12-03T22:45:32.381" v="3076" actId="14100"/>
        <pc:sldMkLst>
          <pc:docMk/>
          <pc:sldMk cId="2102721960" sldId="271"/>
        </pc:sldMkLst>
        <pc:spChg chg="mod">
          <ac:chgData name="Toby Donaldson" userId="2e6e5431-bb17-4c41-9985-d39c50d83c73" providerId="ADAL" clId="{7F9681A8-EEE2-56F4-9B39-ECCBEE0471AC}" dt="2025-12-03T22:42:57.131" v="3061" actId="207"/>
          <ac:spMkLst>
            <pc:docMk/>
            <pc:sldMk cId="2102721960" sldId="271"/>
            <ac:spMk id="5" creationId="{9A0D75F4-95CF-1D01-9312-4FE7E1FC1A86}"/>
          </ac:spMkLst>
        </pc:spChg>
        <pc:spChg chg="mod">
          <ac:chgData name="Toby Donaldson" userId="2e6e5431-bb17-4c41-9985-d39c50d83c73" providerId="ADAL" clId="{7F9681A8-EEE2-56F4-9B39-ECCBEE0471AC}" dt="2025-12-03T22:44:00.415" v="3066" actId="692"/>
          <ac:spMkLst>
            <pc:docMk/>
            <pc:sldMk cId="2102721960" sldId="271"/>
            <ac:spMk id="6" creationId="{B784E5D9-B728-1419-82C0-D0E24E4AE974}"/>
          </ac:spMkLst>
        </pc:spChg>
        <pc:spChg chg="mod">
          <ac:chgData name="Toby Donaldson" userId="2e6e5431-bb17-4c41-9985-d39c50d83c73" providerId="ADAL" clId="{7F9681A8-EEE2-56F4-9B39-ECCBEE0471AC}" dt="2025-12-03T22:43:56.522" v="3065" actId="692"/>
          <ac:spMkLst>
            <pc:docMk/>
            <pc:sldMk cId="2102721960" sldId="271"/>
            <ac:spMk id="7" creationId="{4F20D717-E415-5BFC-38C9-FA0797BA6CA5}"/>
          </ac:spMkLst>
        </pc:spChg>
        <pc:spChg chg="mod">
          <ac:chgData name="Toby Donaldson" userId="2e6e5431-bb17-4c41-9985-d39c50d83c73" providerId="ADAL" clId="{7F9681A8-EEE2-56F4-9B39-ECCBEE0471AC}" dt="2025-12-03T22:44:08.450" v="3068" actId="207"/>
          <ac:spMkLst>
            <pc:docMk/>
            <pc:sldMk cId="2102721960" sldId="271"/>
            <ac:spMk id="10" creationId="{DACE96E9-3DD3-CE57-C8E5-1E570395D5C0}"/>
          </ac:spMkLst>
        </pc:spChg>
        <pc:spChg chg="mod">
          <ac:chgData name="Toby Donaldson" userId="2e6e5431-bb17-4c41-9985-d39c50d83c73" providerId="ADAL" clId="{7F9681A8-EEE2-56F4-9B39-ECCBEE0471AC}" dt="2025-12-03T22:44:15.499" v="3069" actId="207"/>
          <ac:spMkLst>
            <pc:docMk/>
            <pc:sldMk cId="2102721960" sldId="271"/>
            <ac:spMk id="11" creationId="{5573350C-13BD-76A9-04A6-529548D04C41}"/>
          </ac:spMkLst>
        </pc:spChg>
        <pc:spChg chg="mod">
          <ac:chgData name="Toby Donaldson" userId="2e6e5431-bb17-4c41-9985-d39c50d83c73" providerId="ADAL" clId="{7F9681A8-EEE2-56F4-9B39-ECCBEE0471AC}" dt="2025-12-03T22:45:25.147" v="3074" actId="1076"/>
          <ac:spMkLst>
            <pc:docMk/>
            <pc:sldMk cId="2102721960" sldId="271"/>
            <ac:spMk id="12" creationId="{5F2C0A6B-2238-E58A-4C56-2BA5200696CA}"/>
          </ac:spMkLst>
        </pc:spChg>
        <pc:cxnChg chg="mod">
          <ac:chgData name="Toby Donaldson" userId="2e6e5431-bb17-4c41-9985-d39c50d83c73" providerId="ADAL" clId="{7F9681A8-EEE2-56F4-9B39-ECCBEE0471AC}" dt="2025-12-03T22:45:32.381" v="3076" actId="14100"/>
          <ac:cxnSpMkLst>
            <pc:docMk/>
            <pc:sldMk cId="2102721960" sldId="271"/>
            <ac:cxnSpMk id="18" creationId="{8893EDAF-589F-A08E-AB8C-1EA0F505C9BE}"/>
          </ac:cxnSpMkLst>
        </pc:cxnChg>
      </pc:sldChg>
      <pc:sldChg chg="modSp add del mod">
        <pc:chgData name="Toby Donaldson" userId="2e6e5431-bb17-4c41-9985-d39c50d83c73" providerId="ADAL" clId="{7F9681A8-EEE2-56F4-9B39-ECCBEE0471AC}" dt="2025-12-03T22:45:53.053" v="3077" actId="2696"/>
        <pc:sldMkLst>
          <pc:docMk/>
          <pc:sldMk cId="630350188" sldId="272"/>
        </pc:sldMkLst>
        <pc:spChg chg="mod">
          <ac:chgData name="Toby Donaldson" userId="2e6e5431-bb17-4c41-9985-d39c50d83c73" providerId="ADAL" clId="{7F9681A8-EEE2-56F4-9B39-ECCBEE0471AC}" dt="2025-12-03T22:42:39.484" v="3060" actId="207"/>
          <ac:spMkLst>
            <pc:docMk/>
            <pc:sldMk cId="630350188" sldId="272"/>
            <ac:spMk id="5" creationId="{4A210D6E-3492-3E47-CC5A-94DA338693E8}"/>
          </ac:spMkLst>
        </pc:spChg>
        <pc:spChg chg="mod">
          <ac:chgData name="Toby Donaldson" userId="2e6e5431-bb17-4c41-9985-d39c50d83c73" providerId="ADAL" clId="{7F9681A8-EEE2-56F4-9B39-ECCBEE0471AC}" dt="2025-12-03T22:45:02.567" v="3071" actId="692"/>
          <ac:spMkLst>
            <pc:docMk/>
            <pc:sldMk cId="630350188" sldId="272"/>
            <ac:spMk id="6" creationId="{2DFF4F13-DD2B-E042-247E-83D2E2B32FFC}"/>
          </ac:spMkLst>
        </pc:spChg>
        <pc:spChg chg="mod">
          <ac:chgData name="Toby Donaldson" userId="2e6e5431-bb17-4c41-9985-d39c50d83c73" providerId="ADAL" clId="{7F9681A8-EEE2-56F4-9B39-ECCBEE0471AC}" dt="2025-12-03T22:44:59.074" v="3070" actId="692"/>
          <ac:spMkLst>
            <pc:docMk/>
            <pc:sldMk cId="630350188" sldId="272"/>
            <ac:spMk id="7" creationId="{EE1C3AB1-8E5E-E86C-66C0-66068C2213BB}"/>
          </ac:spMkLst>
        </pc:spChg>
        <pc:spChg chg="mod">
          <ac:chgData name="Toby Donaldson" userId="2e6e5431-bb17-4c41-9985-d39c50d83c73" providerId="ADAL" clId="{7F9681A8-EEE2-56F4-9B39-ECCBEE0471AC}" dt="2025-12-03T22:45:06.732" v="3072" actId="207"/>
          <ac:spMkLst>
            <pc:docMk/>
            <pc:sldMk cId="630350188" sldId="272"/>
            <ac:spMk id="10" creationId="{378D657D-9D0C-24F2-12BE-83DDAEE2C98E}"/>
          </ac:spMkLst>
        </pc:spChg>
        <pc:spChg chg="mod">
          <ac:chgData name="Toby Donaldson" userId="2e6e5431-bb17-4c41-9985-d39c50d83c73" providerId="ADAL" clId="{7F9681A8-EEE2-56F4-9B39-ECCBEE0471AC}" dt="2025-12-03T22:45:12.196" v="3073" actId="207"/>
          <ac:spMkLst>
            <pc:docMk/>
            <pc:sldMk cId="630350188" sldId="272"/>
            <ac:spMk id="11" creationId="{73BFA4BD-F43B-E747-3E41-B3B843698DB7}"/>
          </ac:spMkLst>
        </pc:spChg>
        <pc:spChg chg="mod">
          <ac:chgData name="Toby Donaldson" userId="2e6e5431-bb17-4c41-9985-d39c50d83c73" providerId="ADAL" clId="{7F9681A8-EEE2-56F4-9B39-ECCBEE0471AC}" dt="2025-12-03T22:41:55.902" v="3059" actId="14100"/>
          <ac:spMkLst>
            <pc:docMk/>
            <pc:sldMk cId="630350188" sldId="272"/>
            <ac:spMk id="12" creationId="{F7E04ED8-5139-D170-D292-D0C3CD5A35A7}"/>
          </ac:spMkLst>
        </pc:spChg>
      </pc:sldChg>
      <pc:sldChg chg="addSp delSp modSp add mod">
        <pc:chgData name="Toby Donaldson" userId="2e6e5431-bb17-4c41-9985-d39c50d83c73" providerId="ADAL" clId="{7F9681A8-EEE2-56F4-9B39-ECCBEE0471AC}" dt="2025-12-03T22:51:32.319" v="3551"/>
        <pc:sldMkLst>
          <pc:docMk/>
          <pc:sldMk cId="922350986" sldId="272"/>
        </pc:sldMkLst>
        <pc:spChg chg="add mod">
          <ac:chgData name="Toby Donaldson" userId="2e6e5431-bb17-4c41-9985-d39c50d83c73" providerId="ADAL" clId="{7F9681A8-EEE2-56F4-9B39-ECCBEE0471AC}" dt="2025-12-03T22:46:05.102" v="3079"/>
          <ac:spMkLst>
            <pc:docMk/>
            <pc:sldMk cId="922350986" sldId="272"/>
            <ac:spMk id="13" creationId="{4EB679FB-0746-9DB2-181B-6BF84DF00462}"/>
          </ac:spMkLst>
        </pc:spChg>
        <pc:spChg chg="add del mod">
          <ac:chgData name="Toby Donaldson" userId="2e6e5431-bb17-4c41-9985-d39c50d83c73" providerId="ADAL" clId="{7F9681A8-EEE2-56F4-9B39-ECCBEE0471AC}" dt="2025-12-03T22:51:25.353" v="3550" actId="21"/>
          <ac:spMkLst>
            <pc:docMk/>
            <pc:sldMk cId="922350986" sldId="272"/>
            <ac:spMk id="25" creationId="{0D6226F0-D8FB-4392-4BB2-B65590BA64A1}"/>
          </ac:spMkLst>
        </pc:spChg>
        <pc:spChg chg="add mod">
          <ac:chgData name="Toby Donaldson" userId="2e6e5431-bb17-4c41-9985-d39c50d83c73" providerId="ADAL" clId="{7F9681A8-EEE2-56F4-9B39-ECCBEE0471AC}" dt="2025-12-03T22:51:32.319" v="3551"/>
          <ac:spMkLst>
            <pc:docMk/>
            <pc:sldMk cId="922350986" sldId="272"/>
            <ac:spMk id="32" creationId="{E7BF29B7-8194-AEA2-18CC-C44CD300CE81}"/>
          </ac:spMkLst>
        </pc:spChg>
        <pc:cxnChg chg="add mod">
          <ac:chgData name="Toby Donaldson" userId="2e6e5431-bb17-4c41-9985-d39c50d83c73" providerId="ADAL" clId="{7F9681A8-EEE2-56F4-9B39-ECCBEE0471AC}" dt="2025-12-03T22:51:32.319" v="3551"/>
          <ac:cxnSpMkLst>
            <pc:docMk/>
            <pc:sldMk cId="922350986" sldId="272"/>
            <ac:cxnSpMk id="33" creationId="{DAA90AB4-E7E4-6F9D-9A77-148C13987555}"/>
          </ac:cxnSpMkLst>
        </pc:cxnChg>
      </pc:sldChg>
      <pc:sldChg chg="addSp modSp add mod">
        <pc:chgData name="Toby Donaldson" userId="2e6e5431-bb17-4c41-9985-d39c50d83c73" providerId="ADAL" clId="{7F9681A8-EEE2-56F4-9B39-ECCBEE0471AC}" dt="2025-12-03T22:51:18.187" v="3549" actId="14100"/>
        <pc:sldMkLst>
          <pc:docMk/>
          <pc:sldMk cId="4264484963" sldId="273"/>
        </pc:sldMkLst>
        <pc:spChg chg="add mod">
          <ac:chgData name="Toby Donaldson" userId="2e6e5431-bb17-4c41-9985-d39c50d83c73" providerId="ADAL" clId="{7F9681A8-EEE2-56F4-9B39-ECCBEE0471AC}" dt="2025-12-03T22:48:23.519" v="3296"/>
          <ac:spMkLst>
            <pc:docMk/>
            <pc:sldMk cId="4264484963" sldId="273"/>
            <ac:spMk id="13" creationId="{BBA5B349-856B-893C-5FEB-3303B4FF5746}"/>
          </ac:spMkLst>
        </pc:spChg>
        <pc:spChg chg="mod">
          <ac:chgData name="Toby Donaldson" userId="2e6e5431-bb17-4c41-9985-d39c50d83c73" providerId="ADAL" clId="{7F9681A8-EEE2-56F4-9B39-ECCBEE0471AC}" dt="2025-12-03T22:50:53.151" v="3545" actId="1076"/>
          <ac:spMkLst>
            <pc:docMk/>
            <pc:sldMk cId="4264484963" sldId="273"/>
            <ac:spMk id="25" creationId="{637B18EB-5478-27DF-2424-84960076202B}"/>
          </ac:spMkLst>
        </pc:spChg>
        <pc:spChg chg="add mod">
          <ac:chgData name="Toby Donaldson" userId="2e6e5431-bb17-4c41-9985-d39c50d83c73" providerId="ADAL" clId="{7F9681A8-EEE2-56F4-9B39-ECCBEE0471AC}" dt="2025-12-03T22:50:46.715" v="3544" actId="1076"/>
          <ac:spMkLst>
            <pc:docMk/>
            <pc:sldMk cId="4264484963" sldId="273"/>
            <ac:spMk id="32" creationId="{9144601B-54CF-3D92-FA52-AC238ABAA3CE}"/>
          </ac:spMkLst>
        </pc:spChg>
        <pc:cxnChg chg="add">
          <ac:chgData name="Toby Donaldson" userId="2e6e5431-bb17-4c41-9985-d39c50d83c73" providerId="ADAL" clId="{7F9681A8-EEE2-56F4-9B39-ECCBEE0471AC}" dt="2025-12-03T22:51:06.414" v="3546" actId="11529"/>
          <ac:cxnSpMkLst>
            <pc:docMk/>
            <pc:sldMk cId="4264484963" sldId="273"/>
            <ac:cxnSpMk id="34" creationId="{8421CFF6-6A6F-7F7D-8D57-A83A49CF527D}"/>
          </ac:cxnSpMkLst>
        </pc:cxnChg>
        <pc:cxnChg chg="add mod">
          <ac:chgData name="Toby Donaldson" userId="2e6e5431-bb17-4c41-9985-d39c50d83c73" providerId="ADAL" clId="{7F9681A8-EEE2-56F4-9B39-ECCBEE0471AC}" dt="2025-12-03T22:51:18.187" v="3549" actId="14100"/>
          <ac:cxnSpMkLst>
            <pc:docMk/>
            <pc:sldMk cId="4264484963" sldId="273"/>
            <ac:cxnSpMk id="35" creationId="{025B18CF-84E7-162F-4B2F-43DEF6A6873D}"/>
          </ac:cxnSpMkLst>
        </pc:cxnChg>
      </pc:sldChg>
      <pc:sldChg chg="delSp modSp add mod">
        <pc:chgData name="Toby Donaldson" userId="2e6e5431-bb17-4c41-9985-d39c50d83c73" providerId="ADAL" clId="{7F9681A8-EEE2-56F4-9B39-ECCBEE0471AC}" dt="2025-12-03T22:53:56.406" v="3559" actId="113"/>
        <pc:sldMkLst>
          <pc:docMk/>
          <pc:sldMk cId="3918379744" sldId="274"/>
        </pc:sldMkLst>
        <pc:spChg chg="del">
          <ac:chgData name="Toby Donaldson" userId="2e6e5431-bb17-4c41-9985-d39c50d83c73" providerId="ADAL" clId="{7F9681A8-EEE2-56F4-9B39-ECCBEE0471AC}" dt="2025-12-03T22:53:30.627" v="3553" actId="21"/>
          <ac:spMkLst>
            <pc:docMk/>
            <pc:sldMk cId="3918379744" sldId="274"/>
            <ac:spMk id="5" creationId="{213FD872-4D22-50AE-4A95-4D5E8505BFB7}"/>
          </ac:spMkLst>
        </pc:spChg>
        <pc:spChg chg="del">
          <ac:chgData name="Toby Donaldson" userId="2e6e5431-bb17-4c41-9985-d39c50d83c73" providerId="ADAL" clId="{7F9681A8-EEE2-56F4-9B39-ECCBEE0471AC}" dt="2025-12-03T22:53:30.627" v="3553" actId="21"/>
          <ac:spMkLst>
            <pc:docMk/>
            <pc:sldMk cId="3918379744" sldId="274"/>
            <ac:spMk id="12" creationId="{551B5CE6-6F33-1757-B5C2-45162650D4D7}"/>
          </ac:spMkLst>
        </pc:spChg>
        <pc:spChg chg="mod">
          <ac:chgData name="Toby Donaldson" userId="2e6e5431-bb17-4c41-9985-d39c50d83c73" providerId="ADAL" clId="{7F9681A8-EEE2-56F4-9B39-ECCBEE0471AC}" dt="2025-12-03T22:53:54.607" v="3558" actId="113"/>
          <ac:spMkLst>
            <pc:docMk/>
            <pc:sldMk cId="3918379744" sldId="274"/>
            <ac:spMk id="16" creationId="{F9C08285-6C5C-225E-C078-EC35DE8DE273}"/>
          </ac:spMkLst>
        </pc:spChg>
        <pc:spChg chg="del">
          <ac:chgData name="Toby Donaldson" userId="2e6e5431-bb17-4c41-9985-d39c50d83c73" providerId="ADAL" clId="{7F9681A8-EEE2-56F4-9B39-ECCBEE0471AC}" dt="2025-12-03T22:53:30.627" v="3553" actId="21"/>
          <ac:spMkLst>
            <pc:docMk/>
            <pc:sldMk cId="3918379744" sldId="274"/>
            <ac:spMk id="25" creationId="{A0590C7B-6E2F-6C92-0577-2B602540C867}"/>
          </ac:spMkLst>
        </pc:spChg>
        <pc:spChg chg="mod">
          <ac:chgData name="Toby Donaldson" userId="2e6e5431-bb17-4c41-9985-d39c50d83c73" providerId="ADAL" clId="{7F9681A8-EEE2-56F4-9B39-ECCBEE0471AC}" dt="2025-12-03T22:53:56.406" v="3559" actId="113"/>
          <ac:spMkLst>
            <pc:docMk/>
            <pc:sldMk cId="3918379744" sldId="274"/>
            <ac:spMk id="32" creationId="{1E7E6DC2-84E4-DA8D-C9E8-DC5E83D98496}"/>
          </ac:spMkLst>
        </pc:spChg>
        <pc:cxnChg chg="del mod">
          <ac:chgData name="Toby Donaldson" userId="2e6e5431-bb17-4c41-9985-d39c50d83c73" providerId="ADAL" clId="{7F9681A8-EEE2-56F4-9B39-ECCBEE0471AC}" dt="2025-12-03T22:53:30.627" v="3553" actId="21"/>
          <ac:cxnSpMkLst>
            <pc:docMk/>
            <pc:sldMk cId="3918379744" sldId="274"/>
            <ac:cxnSpMk id="18" creationId="{6CB9CF21-AE58-BF0D-FD9A-70D525D2A669}"/>
          </ac:cxnSpMkLst>
        </pc:cxnChg>
        <pc:cxnChg chg="del">
          <ac:chgData name="Toby Donaldson" userId="2e6e5431-bb17-4c41-9985-d39c50d83c73" providerId="ADAL" clId="{7F9681A8-EEE2-56F4-9B39-ECCBEE0471AC}" dt="2025-12-03T22:53:30.627" v="3553" actId="21"/>
          <ac:cxnSpMkLst>
            <pc:docMk/>
            <pc:sldMk cId="3918379744" sldId="274"/>
            <ac:cxnSpMk id="34" creationId="{3E314212-20D7-EE58-1F50-00E4C15A24B4}"/>
          </ac:cxnSpMkLst>
        </pc:cxnChg>
        <pc:cxnChg chg="del mod">
          <ac:chgData name="Toby Donaldson" userId="2e6e5431-bb17-4c41-9985-d39c50d83c73" providerId="ADAL" clId="{7F9681A8-EEE2-56F4-9B39-ECCBEE0471AC}" dt="2025-12-03T22:53:33.688" v="3554" actId="21"/>
          <ac:cxnSpMkLst>
            <pc:docMk/>
            <pc:sldMk cId="3918379744" sldId="274"/>
            <ac:cxnSpMk id="35" creationId="{E8D1AE0E-A381-5213-2ABF-DDD2347A2EF9}"/>
          </ac:cxnSpMkLst>
        </pc:cxnChg>
      </pc:sldChg>
      <pc:sldChg chg="addSp delSp modSp add del mod">
        <pc:chgData name="Toby Donaldson" userId="2e6e5431-bb17-4c41-9985-d39c50d83c73" providerId="ADAL" clId="{7F9681A8-EEE2-56F4-9B39-ECCBEE0471AC}" dt="2025-12-03T22:56:52.819" v="3632" actId="2696"/>
        <pc:sldMkLst>
          <pc:docMk/>
          <pc:sldMk cId="1143273845" sldId="275"/>
        </pc:sldMkLst>
        <pc:spChg chg="add mod">
          <ac:chgData name="Toby Donaldson" userId="2e6e5431-bb17-4c41-9985-d39c50d83c73" providerId="ADAL" clId="{7F9681A8-EEE2-56F4-9B39-ECCBEE0471AC}" dt="2025-12-03T22:55:53.489" v="3631" actId="14100"/>
          <ac:spMkLst>
            <pc:docMk/>
            <pc:sldMk cId="1143273845" sldId="275"/>
            <ac:spMk id="12" creationId="{37C09248-D8A8-2492-ACF7-282138B828F5}"/>
          </ac:spMkLst>
        </pc:spChg>
        <pc:spChg chg="del">
          <ac:chgData name="Toby Donaldson" userId="2e6e5431-bb17-4c41-9985-d39c50d83c73" providerId="ADAL" clId="{7F9681A8-EEE2-56F4-9B39-ECCBEE0471AC}" dt="2025-12-03T22:54:57.947" v="3566" actId="21"/>
          <ac:spMkLst>
            <pc:docMk/>
            <pc:sldMk cId="1143273845" sldId="275"/>
            <ac:spMk id="17" creationId="{077E9014-BA0A-ED2C-9F50-EEE4E2AD2E75}"/>
          </ac:spMkLst>
        </pc:spChg>
        <pc:grpChg chg="del">
          <ac:chgData name="Toby Donaldson" userId="2e6e5431-bb17-4c41-9985-d39c50d83c73" providerId="ADAL" clId="{7F9681A8-EEE2-56F4-9B39-ECCBEE0471AC}" dt="2025-12-03T22:54:48.747" v="3564" actId="21"/>
          <ac:grpSpMkLst>
            <pc:docMk/>
            <pc:sldMk cId="1143273845" sldId="275"/>
            <ac:grpSpMk id="44" creationId="{1BC0DFE7-A389-E6BA-74B2-CE348B63BE3E}"/>
          </ac:grpSpMkLst>
        </pc:grpChg>
      </pc:sldChg>
      <pc:sldChg chg="addSp delSp modSp add mod">
        <pc:chgData name="Toby Donaldson" userId="2e6e5431-bb17-4c41-9985-d39c50d83c73" providerId="ADAL" clId="{7F9681A8-EEE2-56F4-9B39-ECCBEE0471AC}" dt="2025-12-03T23:05:33.280" v="3781" actId="21"/>
        <pc:sldMkLst>
          <pc:docMk/>
          <pc:sldMk cId="1313814009" sldId="275"/>
        </pc:sldMkLst>
        <pc:spChg chg="del">
          <ac:chgData name="Toby Donaldson" userId="2e6e5431-bb17-4c41-9985-d39c50d83c73" providerId="ADAL" clId="{7F9681A8-EEE2-56F4-9B39-ECCBEE0471AC}" dt="2025-12-03T23:01:08.093" v="3752" actId="21"/>
          <ac:spMkLst>
            <pc:docMk/>
            <pc:sldMk cId="1313814009" sldId="275"/>
            <ac:spMk id="2" creationId="{9337A163-9783-978B-D493-18E7304CBA55}"/>
          </ac:spMkLst>
        </pc:spChg>
        <pc:spChg chg="del">
          <ac:chgData name="Toby Donaldson" userId="2e6e5431-bb17-4c41-9985-d39c50d83c73" providerId="ADAL" clId="{7F9681A8-EEE2-56F4-9B39-ECCBEE0471AC}" dt="2025-12-03T23:01:05.621" v="3751" actId="21"/>
          <ac:spMkLst>
            <pc:docMk/>
            <pc:sldMk cId="1313814009" sldId="275"/>
            <ac:spMk id="3" creationId="{23DBD4BA-6202-5E51-F59C-7F41C013967B}"/>
          </ac:spMkLst>
        </pc:spChg>
        <pc:spChg chg="del">
          <ac:chgData name="Toby Donaldson" userId="2e6e5431-bb17-4c41-9985-d39c50d83c73" providerId="ADAL" clId="{7F9681A8-EEE2-56F4-9B39-ECCBEE0471AC}" dt="2025-12-03T23:01:05.621" v="3751" actId="21"/>
          <ac:spMkLst>
            <pc:docMk/>
            <pc:sldMk cId="1313814009" sldId="275"/>
            <ac:spMk id="4" creationId="{96B945D6-DA46-FA32-B2F4-A22FD00B5DAD}"/>
          </ac:spMkLst>
        </pc:spChg>
        <pc:spChg chg="del">
          <ac:chgData name="Toby Donaldson" userId="2e6e5431-bb17-4c41-9985-d39c50d83c73" providerId="ADAL" clId="{7F9681A8-EEE2-56F4-9B39-ECCBEE0471AC}" dt="2025-12-03T23:01:05.621" v="3751" actId="21"/>
          <ac:spMkLst>
            <pc:docMk/>
            <pc:sldMk cId="1313814009" sldId="275"/>
            <ac:spMk id="6" creationId="{1F4E7AF8-F3D8-2EBE-FC63-3998DC4F2276}"/>
          </ac:spMkLst>
        </pc:spChg>
        <pc:spChg chg="del">
          <ac:chgData name="Toby Donaldson" userId="2e6e5431-bb17-4c41-9985-d39c50d83c73" providerId="ADAL" clId="{7F9681A8-EEE2-56F4-9B39-ECCBEE0471AC}" dt="2025-12-03T23:01:13.072" v="3753" actId="21"/>
          <ac:spMkLst>
            <pc:docMk/>
            <pc:sldMk cId="1313814009" sldId="275"/>
            <ac:spMk id="7" creationId="{3038B7EE-FC46-5E76-27EC-C3C61914BAC2}"/>
          </ac:spMkLst>
        </pc:spChg>
        <pc:spChg chg="del">
          <ac:chgData name="Toby Donaldson" userId="2e6e5431-bb17-4c41-9985-d39c50d83c73" providerId="ADAL" clId="{7F9681A8-EEE2-56F4-9B39-ECCBEE0471AC}" dt="2025-12-03T23:01:05.621" v="3751" actId="21"/>
          <ac:spMkLst>
            <pc:docMk/>
            <pc:sldMk cId="1313814009" sldId="275"/>
            <ac:spMk id="10" creationId="{96DD53C2-1ED1-8B50-F584-5C79F9A10BE4}"/>
          </ac:spMkLst>
        </pc:spChg>
        <pc:spChg chg="del">
          <ac:chgData name="Toby Donaldson" userId="2e6e5431-bb17-4c41-9985-d39c50d83c73" providerId="ADAL" clId="{7F9681A8-EEE2-56F4-9B39-ECCBEE0471AC}" dt="2025-12-03T23:01:14.842" v="3754" actId="21"/>
          <ac:spMkLst>
            <pc:docMk/>
            <pc:sldMk cId="1313814009" sldId="275"/>
            <ac:spMk id="11" creationId="{FD7BB21E-9B77-064D-1049-75439FF8D57E}"/>
          </ac:spMkLst>
        </pc:spChg>
        <pc:spChg chg="del">
          <ac:chgData name="Toby Donaldson" userId="2e6e5431-bb17-4c41-9985-d39c50d83c73" providerId="ADAL" clId="{7F9681A8-EEE2-56F4-9B39-ECCBEE0471AC}" dt="2025-12-03T23:01:35.075" v="3757" actId="21"/>
          <ac:spMkLst>
            <pc:docMk/>
            <pc:sldMk cId="1313814009" sldId="275"/>
            <ac:spMk id="15" creationId="{1AE829F7-EB57-90D3-EB8F-53B72AC36518}"/>
          </ac:spMkLst>
        </pc:spChg>
        <pc:spChg chg="mod">
          <ac:chgData name="Toby Donaldson" userId="2e6e5431-bb17-4c41-9985-d39c50d83c73" providerId="ADAL" clId="{7F9681A8-EEE2-56F4-9B39-ECCBEE0471AC}" dt="2025-12-03T23:01:32.304" v="3756" actId="167"/>
          <ac:spMkLst>
            <pc:docMk/>
            <pc:sldMk cId="1313814009" sldId="275"/>
            <ac:spMk id="16" creationId="{90DB8A99-53B6-CE4E-5B22-75585858DBB2}"/>
          </ac:spMkLst>
        </pc:spChg>
        <pc:spChg chg="mod">
          <ac:chgData name="Toby Donaldson" userId="2e6e5431-bb17-4c41-9985-d39c50d83c73" providerId="ADAL" clId="{7F9681A8-EEE2-56F4-9B39-ECCBEE0471AC}" dt="2025-12-03T23:04:16.803" v="3772" actId="20577"/>
          <ac:spMkLst>
            <pc:docMk/>
            <pc:sldMk cId="1313814009" sldId="275"/>
            <ac:spMk id="17" creationId="{FAF00486-3428-FC4D-FFE4-1DA4109F6D1F}"/>
          </ac:spMkLst>
        </pc:spChg>
        <pc:spChg chg="del">
          <ac:chgData name="Toby Donaldson" userId="2e6e5431-bb17-4c41-9985-d39c50d83c73" providerId="ADAL" clId="{7F9681A8-EEE2-56F4-9B39-ECCBEE0471AC}" dt="2025-12-03T23:00:27.367" v="3654" actId="21"/>
          <ac:spMkLst>
            <pc:docMk/>
            <pc:sldMk cId="1313814009" sldId="275"/>
            <ac:spMk id="22" creationId="{27F344D3-C071-4462-EAB6-3F9C144DDBEE}"/>
          </ac:spMkLst>
        </pc:spChg>
        <pc:spChg chg="del">
          <ac:chgData name="Toby Donaldson" userId="2e6e5431-bb17-4c41-9985-d39c50d83c73" providerId="ADAL" clId="{7F9681A8-EEE2-56F4-9B39-ECCBEE0471AC}" dt="2025-12-03T23:00:23.360" v="3653" actId="21"/>
          <ac:spMkLst>
            <pc:docMk/>
            <pc:sldMk cId="1313814009" sldId="275"/>
            <ac:spMk id="29" creationId="{F8E1D98D-9021-747C-F2EE-39C6BE8B6767}"/>
          </ac:spMkLst>
        </pc:spChg>
        <pc:spChg chg="del topLvl">
          <ac:chgData name="Toby Donaldson" userId="2e6e5431-bb17-4c41-9985-d39c50d83c73" providerId="ADAL" clId="{7F9681A8-EEE2-56F4-9B39-ECCBEE0471AC}" dt="2025-12-03T23:05:30.066" v="3780" actId="21"/>
          <ac:spMkLst>
            <pc:docMk/>
            <pc:sldMk cId="1313814009" sldId="275"/>
            <ac:spMk id="39" creationId="{CD93F828-CED2-D2AC-0AB2-5F72350E76A2}"/>
          </ac:spMkLst>
        </pc:spChg>
        <pc:spChg chg="del topLvl">
          <ac:chgData name="Toby Donaldson" userId="2e6e5431-bb17-4c41-9985-d39c50d83c73" providerId="ADAL" clId="{7F9681A8-EEE2-56F4-9B39-ECCBEE0471AC}" dt="2025-12-03T23:05:33.280" v="3781" actId="21"/>
          <ac:spMkLst>
            <pc:docMk/>
            <pc:sldMk cId="1313814009" sldId="275"/>
            <ac:spMk id="40" creationId="{7BE589FD-2FB1-1F8C-9121-14AA236C28FE}"/>
          </ac:spMkLst>
        </pc:spChg>
        <pc:grpChg chg="del">
          <ac:chgData name="Toby Donaldson" userId="2e6e5431-bb17-4c41-9985-d39c50d83c73" providerId="ADAL" clId="{7F9681A8-EEE2-56F4-9B39-ECCBEE0471AC}" dt="2025-12-03T23:01:16.988" v="3755" actId="21"/>
          <ac:grpSpMkLst>
            <pc:docMk/>
            <pc:sldMk cId="1313814009" sldId="275"/>
            <ac:grpSpMk id="14" creationId="{D0F52750-4D7B-99C9-3375-8208E2945953}"/>
          </ac:grpSpMkLst>
        </pc:grpChg>
        <pc:grpChg chg="topLvl">
          <ac:chgData name="Toby Donaldson" userId="2e6e5431-bb17-4c41-9985-d39c50d83c73" providerId="ADAL" clId="{7F9681A8-EEE2-56F4-9B39-ECCBEE0471AC}" dt="2025-12-03T23:05:33.280" v="3781" actId="21"/>
          <ac:grpSpMkLst>
            <pc:docMk/>
            <pc:sldMk cId="1313814009" sldId="275"/>
            <ac:grpSpMk id="41" creationId="{486DF640-9FC5-3014-644D-2FCDAB5943F0}"/>
          </ac:grpSpMkLst>
        </pc:grpChg>
        <pc:grpChg chg="del">
          <ac:chgData name="Toby Donaldson" userId="2e6e5431-bb17-4c41-9985-d39c50d83c73" providerId="ADAL" clId="{7F9681A8-EEE2-56F4-9B39-ECCBEE0471AC}" dt="2025-12-03T23:05:33.280" v="3781" actId="21"/>
          <ac:grpSpMkLst>
            <pc:docMk/>
            <pc:sldMk cId="1313814009" sldId="275"/>
            <ac:grpSpMk id="42" creationId="{490F0E4F-F05F-B0AB-D9AB-5580878674B6}"/>
          </ac:grpSpMkLst>
        </pc:grpChg>
        <pc:grpChg chg="topLvl">
          <ac:chgData name="Toby Donaldson" userId="2e6e5431-bb17-4c41-9985-d39c50d83c73" providerId="ADAL" clId="{7F9681A8-EEE2-56F4-9B39-ECCBEE0471AC}" dt="2025-12-03T23:05:30.066" v="3780" actId="21"/>
          <ac:grpSpMkLst>
            <pc:docMk/>
            <pc:sldMk cId="1313814009" sldId="275"/>
            <ac:grpSpMk id="43" creationId="{6C6E6A38-7266-0894-A7EB-D213D3ECCAB3}"/>
          </ac:grpSpMkLst>
        </pc:grpChg>
        <pc:grpChg chg="del">
          <ac:chgData name="Toby Donaldson" userId="2e6e5431-bb17-4c41-9985-d39c50d83c73" providerId="ADAL" clId="{7F9681A8-EEE2-56F4-9B39-ECCBEE0471AC}" dt="2025-12-03T23:05:30.066" v="3780" actId="21"/>
          <ac:grpSpMkLst>
            <pc:docMk/>
            <pc:sldMk cId="1313814009" sldId="275"/>
            <ac:grpSpMk id="44" creationId="{B314D4C6-45DC-FA0F-957A-DC096620417C}"/>
          </ac:grpSpMkLst>
        </pc:grpChg>
        <pc:picChg chg="add mod">
          <ac:chgData name="Toby Donaldson" userId="2e6e5431-bb17-4c41-9985-d39c50d83c73" providerId="ADAL" clId="{7F9681A8-EEE2-56F4-9B39-ECCBEE0471AC}" dt="2025-12-03T23:04:04.830" v="3770" actId="207"/>
          <ac:picMkLst>
            <pc:docMk/>
            <pc:sldMk cId="1313814009" sldId="275"/>
            <ac:picMk id="12" creationId="{8300884E-85CD-BEA5-BDFA-94A0D0655A74}"/>
          </ac:picMkLst>
        </pc:picChg>
        <pc:picChg chg="add mod">
          <ac:chgData name="Toby Donaldson" userId="2e6e5431-bb17-4c41-9985-d39c50d83c73" providerId="ADAL" clId="{7F9681A8-EEE2-56F4-9B39-ECCBEE0471AC}" dt="2025-12-03T23:03:55.927" v="3769" actId="207"/>
          <ac:picMkLst>
            <pc:docMk/>
            <pc:sldMk cId="1313814009" sldId="275"/>
            <ac:picMk id="13" creationId="{DDF98C3C-CDAC-67DE-7BF0-D2308F0EFC68}"/>
          </ac:picMkLst>
        </pc:picChg>
      </pc:sldChg>
      <pc:sldChg chg="delSp add mod">
        <pc:chgData name="Toby Donaldson" userId="2e6e5431-bb17-4c41-9985-d39c50d83c73" providerId="ADAL" clId="{7F9681A8-EEE2-56F4-9B39-ECCBEE0471AC}" dt="2025-12-03T23:04:56.355" v="3779" actId="21"/>
        <pc:sldMkLst>
          <pc:docMk/>
          <pc:sldMk cId="3321755865" sldId="276"/>
        </pc:sldMkLst>
        <pc:spChg chg="del">
          <ac:chgData name="Toby Donaldson" userId="2e6e5431-bb17-4c41-9985-d39c50d83c73" providerId="ADAL" clId="{7F9681A8-EEE2-56F4-9B39-ECCBEE0471AC}" dt="2025-12-03T23:04:42.522" v="3776" actId="21"/>
          <ac:spMkLst>
            <pc:docMk/>
            <pc:sldMk cId="3321755865" sldId="276"/>
            <ac:spMk id="16" creationId="{9E413AE8-4805-A16F-2D11-37C9A4AC1F1C}"/>
          </ac:spMkLst>
        </pc:spChg>
        <pc:spChg chg="del">
          <ac:chgData name="Toby Donaldson" userId="2e6e5431-bb17-4c41-9985-d39c50d83c73" providerId="ADAL" clId="{7F9681A8-EEE2-56F4-9B39-ECCBEE0471AC}" dt="2025-12-03T23:04:39.988" v="3775" actId="21"/>
          <ac:spMkLst>
            <pc:docMk/>
            <pc:sldMk cId="3321755865" sldId="276"/>
            <ac:spMk id="24" creationId="{04D62D44-9DC6-C010-56BD-3F870DD3E84D}"/>
          </ac:spMkLst>
        </pc:spChg>
        <pc:spChg chg="del">
          <ac:chgData name="Toby Donaldson" userId="2e6e5431-bb17-4c41-9985-d39c50d83c73" providerId="ADAL" clId="{7F9681A8-EEE2-56F4-9B39-ECCBEE0471AC}" dt="2025-12-03T23:04:56.355" v="3779" actId="21"/>
          <ac:spMkLst>
            <pc:docMk/>
            <pc:sldMk cId="3321755865" sldId="276"/>
            <ac:spMk id="31" creationId="{1F0CB1E2-FA3D-2A0B-BFF8-610702572057}"/>
          </ac:spMkLst>
        </pc:spChg>
        <pc:spChg chg="del">
          <ac:chgData name="Toby Donaldson" userId="2e6e5431-bb17-4c41-9985-d39c50d83c73" providerId="ADAL" clId="{7F9681A8-EEE2-56F4-9B39-ECCBEE0471AC}" dt="2025-12-03T23:04:45.051" v="3777" actId="21"/>
          <ac:spMkLst>
            <pc:docMk/>
            <pc:sldMk cId="3321755865" sldId="276"/>
            <ac:spMk id="32" creationId="{57CFA2AD-0A6D-4181-C84F-1C833D41EFD3}"/>
          </ac:spMkLst>
        </pc:spChg>
        <pc:cxnChg chg="del">
          <ac:chgData name="Toby Donaldson" userId="2e6e5431-bb17-4c41-9985-d39c50d83c73" providerId="ADAL" clId="{7F9681A8-EEE2-56F4-9B39-ECCBEE0471AC}" dt="2025-12-03T23:04:36.519" v="3774" actId="21"/>
          <ac:cxnSpMkLst>
            <pc:docMk/>
            <pc:sldMk cId="3321755865" sldId="276"/>
            <ac:cxnSpMk id="19" creationId="{744C57A5-3978-FDF4-F539-929405BB3FBD}"/>
          </ac:cxnSpMkLst>
        </pc:cxnChg>
        <pc:cxnChg chg="del">
          <ac:chgData name="Toby Donaldson" userId="2e6e5431-bb17-4c41-9985-d39c50d83c73" providerId="ADAL" clId="{7F9681A8-EEE2-56F4-9B39-ECCBEE0471AC}" dt="2025-12-03T23:04:48.631" v="3778" actId="21"/>
          <ac:cxnSpMkLst>
            <pc:docMk/>
            <pc:sldMk cId="3321755865" sldId="276"/>
            <ac:cxnSpMk id="26" creationId="{8E5E5D3D-1493-4831-4740-262B6DDF85D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5B698-1438-5A4E-A02E-B7A020DE83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D15E9-82F0-9743-93C0-DD9D8C59D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3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6B09-53A9-3F34-F0A7-9AFCC65D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F644-2798-7B0D-DA99-3E93BAAF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A11A-FE9B-CC76-C1A4-3192C75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03B7-93C7-C3F5-A467-06D5553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2FB3-8786-4A11-74AC-E15C5338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3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1EC-C505-1F93-05D1-1231049F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BF54-9C63-9CD7-1E65-1381A8E60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885F-2A03-3DE2-9A4E-4C89F64F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4F9A-C21D-62A8-3465-95080E8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ACB3-B02B-FBFF-81F3-751EE1F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1F9-9088-B103-5E7C-4FE16C35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F0A8-F11D-DBDB-F91D-182A5C5E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B094-FECE-4077-7AFE-458084E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7E735-2320-DE26-6CC2-3032E61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41B1-59CC-5282-9927-D7FF21A1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A87-0877-A334-D513-620B71B8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5487-2A22-443B-046A-58EB1F96A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694B-99B0-A50B-F42F-B74F20D7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EAC4-1877-8417-E3C0-5B81DDCB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AD0C-B9BC-5F73-434F-24A71B7F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E073-2DC6-6B7F-1286-EFF8ADE4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88F2-5600-CDAB-4080-9996440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9165-846C-7CFD-96B8-CD5C919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C817-6F90-8B9E-7309-8365F7AC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D3E1-9920-DB59-40BC-D81E06EB3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91358-4F9D-8D4C-0307-30300F83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8ABD9-A05B-CE2F-E30E-BD90AAAA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EC23E-DB6E-EDDD-72CB-179B4468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050BA-4188-E781-A988-ADCCBFBC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68A-3CAD-FB93-C1B2-28B070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3C09-DF15-24E3-B6B3-279991B3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56F0-F38D-B13C-A6BA-6F9DBEA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44F4-F549-3345-CB14-716CB6F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3DC4E-095F-E3E9-2E01-77138A5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CFE99-38C0-E965-0411-C8C490C9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0718-4278-5E7D-1533-D2321D9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EE6-56E8-8B50-C97C-7C6040A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858D1-F1CC-132D-3CF9-5C50F4F8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FC41E-A03E-2B3C-8124-CFB96F1E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75C4-5BFC-D4ED-96F8-998FEC65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D1EC2-7C9C-07AE-9A83-B0F438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52B9-E097-BBEF-BCE8-C100025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801B-7E3A-82C1-8703-F50D70E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E0D5-46DD-2F77-5566-701AEFAE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20E-F7C4-6DBC-4707-B9EC765F3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606B-F082-539D-7FB1-20FBB273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F67E-C70F-1C06-E570-44FF9A6D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40382-EBE6-9561-74A9-7D487B02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E7BD-FCFD-A092-9FFE-6D7DEB7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9A06-9CCB-3BCC-7B6A-C7E7B3414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0403-34B1-7AA9-DE08-540533E6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E5BE-950F-8A49-BD40-3F79EC2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0F40-57E4-EBDA-9CAC-5C2F812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32DF-BD21-E64C-3F78-FACD6197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D2197-351E-8ADE-CF61-C7B11107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1765A-893D-CCA3-3432-F2E4D75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FE84-32FC-3B39-D38E-30CBAD76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04CF-4CDE-ABD7-5AE8-4AC91C55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F66EE-6E2D-32E8-7332-AE3ABC5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83F5-49FD-7F4C-484B-A3B81655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781B-065A-70CC-5316-C2546558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E2683-176A-8347-B828-AB3139E6C60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65033-92E1-D00F-4436-15025740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E348D-7883-EDE4-1AF3-A037A04B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7FE4-E4BB-C4EE-C3B2-68E122776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Making an Arrow Point to the Mouse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5F70858-1AFE-26EC-3911-D2568A390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4FDEB4D-8670-1AB0-0260-7042B3F994D0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D2E086D-4A4A-3C34-0273-08AE2D9650B9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A07336D-6C56-D61D-DAFA-61043E4BB4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17FEE99C-4DCA-3FDD-211B-0143E27754C1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A9E07-34C6-2018-4D27-3907F673D3C6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169AF9-1A60-7CF5-48EF-35075A757C9E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3ABFF00-8EC4-146D-05A4-52E80FBFE7FF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626DEF9-74BD-4589-6EE8-D9D4B2F9E787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BFD879-00D3-15E8-C573-C54AFFAC00A7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172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3BBE-CE89-A8B0-3885-7BCCD94C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31819678-E8C9-1252-EC33-800620BD8EA1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1BBB892-49E7-364F-4C31-5B0784D18ACF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EA264C3-AFBE-C60E-8E3A-5A333E49A5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DE17B860-FE55-0063-C8C0-CC6459007B32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0209B6-91ED-7148-B3A3-870FE3EA4B2A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213575-C57F-352D-3D54-CA802FEBFBA9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6A926C9-480D-5288-9891-BE3431160B39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CCC0A94-D330-5355-C802-918BFDA4213F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4AD3CF-362C-6291-291F-DC14FB39C529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28B1054-F7EE-2E7D-BDB6-B689D5CE9B8D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6E79A85-9559-A06B-99CD-661D0410A561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5ECCF12-6832-B4A5-7CA5-D706F331B1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B9D85627-C13A-8396-5BD5-38B008F398E0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1F71B4-5D41-A0DB-EAD3-59CC82D537D0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A1761F-7E02-F814-6293-69EC0F944A71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D88C55D-12C5-6500-F169-2C9FE200C985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699FB71-C3CA-73FD-0B51-231DFF45ED77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435970C-CC45-CD39-BBE4-DC8B6E074829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266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F810-7070-27C0-4CB8-6EB28B60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AB41F4AE-5788-D061-AB36-D30423C53C6A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2C8DE2-D2EA-34D3-3CE2-96966B9A5668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C5027FD-732F-F9EA-984A-CB1A5E23A9F9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EEA19C6-23FC-43F1-5F76-37DB6A04EB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4451942A-22F9-3D73-A488-7F0E401B6A1D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05B536F-06BC-DD00-9341-DA3EB12BB8F5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F3F23D-1AAB-0579-0E90-4599386E1260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78ED556-3EDC-3FD7-CF14-9ED3BFD83ADB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DC7190A-0CAD-F901-514C-097ABA5BA7FC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20A0E6-C5A6-92D1-5320-54E369FDB6C8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5D2FC0-A492-F2B2-542E-7E2CE02BE818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08DB09-83D1-27F0-0310-3F17DFCE3F89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7D75120-9A85-0834-86D9-069EC2C79B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FF22A500-F14C-26C3-1D7D-18EDF3587748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CCF67B-926B-F6A7-AFB0-AFDA96A111DC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532922-88B1-2783-AA6A-80D90E6A888C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314A547-D74A-51A4-6DEC-ABDB87673730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F9B61E4-6859-2BBB-CAD3-EF01746D078D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B8E6AF8-83D7-E52E-8240-40D780C0FBA5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8BA12A-735C-7B05-E87E-E77F49212C5F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D770FB-9C08-457C-D374-265A6A6AC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C1A936-39E4-8A6E-276D-CC1CF31D3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A8472B4D-E306-717C-138E-0BE498CAE8AD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8552D-EB75-7CEC-0EFB-3DAE8ED99FB4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8A26C-F774-1B45-E5DC-CA4893473E0E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744EBA-6836-EBF7-9558-731298FF3CA6}"/>
              </a:ext>
            </a:extLst>
          </p:cNvPr>
          <p:cNvSpPr txBox="1"/>
          <p:nvPr/>
        </p:nvSpPr>
        <p:spPr>
          <a:xfrm>
            <a:off x="8261971" y="4097978"/>
            <a:ext cx="270477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can we find </a:t>
            </a:r>
            <a:r>
              <a:rPr lang="en-US" b="1" dirty="0"/>
              <a:t>angle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176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D961-3F68-8F95-5E48-0E83098C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A336337-C6A3-7FF0-4351-71A4F8A61311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723113-3E91-78AF-5C7A-69453DA568D3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1A019AD-0811-4669-D994-F657182E5601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6F9E832-6705-D9A6-DBBF-4CDD1EC5A5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24EAB824-BC9C-2821-8EC4-142D8A89196C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FBF619-8BAE-586E-234E-54B26FCA1C90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06A5E18-EBF9-0B31-364B-DFC62944DF3C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9A7C37F-3548-7426-ECB5-AD576524B977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995ECCE-5FF6-725D-9881-96D436C6F41C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C66127-D8B2-C337-54AB-52FEA958D19A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2BC6EE0-C536-57F3-5699-2084D23DAE03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C3BE0E5-C6FF-CB67-F1D4-1A3234DEBA02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2267A42-05D7-EDC8-3868-35896C0322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09163F80-9EEF-3C4F-6F24-B123EA7002C1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037880-209D-571C-EF5A-DABC60C5ED31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41687D-481D-BB43-BEDA-3CC32E0DE1B2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8C4D948-9279-2C9F-B221-2D6BC18E7F96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26FD7FA-A0F5-8C94-D425-E01DB8A17EDB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F6F08E2-6ABA-FB3F-9FBA-10D05E906F08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262F2DF-6DC7-2005-52B3-727B1BA0D42C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93067-FA5D-37F2-856E-5BBCD5A07B10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EE42B5-F153-A547-A37D-11337D168029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3863AD8-2B40-7181-3167-C09EE84628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4992387-E861-CE98-D07A-0788B494BE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1366AE68-8E83-977E-49B4-A85E201B187D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DC4825-734F-4139-BF1C-42195DA977DC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FFE509-7920-B67B-2147-ED04BBDAC0CA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5C8EFB-FE9E-1641-8DFF-31826FC5803F}"/>
              </a:ext>
            </a:extLst>
          </p:cNvPr>
          <p:cNvSpPr txBox="1"/>
          <p:nvPr/>
        </p:nvSpPr>
        <p:spPr>
          <a:xfrm>
            <a:off x="8261971" y="4097978"/>
            <a:ext cx="270477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can we find </a:t>
            </a:r>
            <a:r>
              <a:rPr lang="en-US" b="1" dirty="0"/>
              <a:t>angle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C6385-2F36-7058-ECAC-184E82AABDCB}"/>
              </a:ext>
            </a:extLst>
          </p:cNvPr>
          <p:cNvSpPr txBox="1"/>
          <p:nvPr/>
        </p:nvSpPr>
        <p:spPr>
          <a:xfrm>
            <a:off x="9390306" y="4576088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know the mouse position and the starting point of the arrow …</a:t>
            </a:r>
          </a:p>
        </p:txBody>
      </p:sp>
    </p:spTree>
    <p:extLst>
      <p:ext uri="{BB962C8B-B14F-4D97-AF65-F5344CB8AC3E}">
        <p14:creationId xmlns:p14="http://schemas.microsoft.com/office/powerpoint/2010/main" val="33744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7CBE-8C61-9B40-4EAC-13DB7B3D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93B2247E-9D66-0B1E-D03C-E3FFD9824C69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B1263B-FCD4-D050-C0B4-50B72238C4E4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57862E6-FAD8-99C8-81DF-2A7BE5F5BE3D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9B5E046-24CE-B67D-252B-5B24CEBC7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7ED22573-7B35-05AF-D94C-5FAC63B9A54C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6F7CAD-D46B-C1CD-0F58-C4FA3707FA72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0E5743-25B2-978E-524E-D6B1FE263A91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22A835B-B0FE-DD08-B51B-D063A3C91382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B3AF19B-78C2-C1C7-DAE2-33499EC45C2A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3608DA-F2CD-EE66-7110-274A087B7059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C1AE881-D9F4-D038-C236-1DC9B7D30675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ED7FE27-5FE7-7C0B-6FC3-F0A7D99DF241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2F2C575-6FF1-7BC4-BD22-A64BB10A2E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EE40D01E-C610-183D-04F4-98B59487467E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752209-2368-A195-73AE-BA733537EE82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30D220-D7EE-C9F6-A6C9-EE5EF6FC8FB3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A7CA653-28DD-A442-0EA4-67DE76CA0904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2E41703-1978-5223-EA10-5EA91C65154E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E30D51-E762-DEFA-98F9-836EC15EB4AB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1CB467E-C29E-7059-ECB1-8D1E1DE6F0BB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F4259-4A16-F826-2622-3B03259E2D33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1B4A38-B189-9E79-F5F9-CC60CDC2DDF6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2DD7FE-33AD-B2DB-BD3A-7E13F0A1FF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C3FA8B3-8DBE-385A-EA70-11B3ADDF26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115CA1B7-BDE2-52CD-A891-C4942CE18987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FBD34D-F133-59E6-3F50-DFCDE6AD05C1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E38EB8-E39A-EEAA-611F-7E2C0F9473FD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0A4A9-5E0D-2DC1-54FE-52C145EE4B02}"/>
              </a:ext>
            </a:extLst>
          </p:cNvPr>
          <p:cNvSpPr txBox="1"/>
          <p:nvPr/>
        </p:nvSpPr>
        <p:spPr>
          <a:xfrm>
            <a:off x="9390306" y="4576088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 and so we can figure out the lengths of the two “legs” of the triangle.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CD62455-9EF1-17CE-2BE2-7F0CAF074901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B6ADCC1-3EF0-2B94-E936-09AD84B36D70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8790D-EB49-643E-A0EB-34D63DC7136B}"/>
              </a:ext>
            </a:extLst>
          </p:cNvPr>
          <p:cNvSpPr txBox="1"/>
          <p:nvPr/>
        </p:nvSpPr>
        <p:spPr>
          <a:xfrm>
            <a:off x="10345831" y="303629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E2C6B-B8ED-1A53-3DD9-9B89F2BC7AC3}"/>
              </a:ext>
            </a:extLst>
          </p:cNvPr>
          <p:cNvSpPr txBox="1"/>
          <p:nvPr/>
        </p:nvSpPr>
        <p:spPr>
          <a:xfrm>
            <a:off x="8099683" y="421479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04777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2BE2-617D-F242-8874-2D1EF604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81A1F5DB-60A2-2824-D098-9632D89DC8E4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E8D443-6474-7BA6-AF4C-C6CDC0A360B8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EC800AA-BB52-4F14-8C12-8618296A9F34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55071D4-D93D-5C48-4731-6F716E93BC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FFEE9C18-73FA-5099-526A-6AAE36B3E84E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69450-17A2-9150-11F0-D81919B309B2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67743B-7A6D-A4CF-AC52-052850FDA3AA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7CF0CFF-28AF-D2EA-E4B8-2146BBD21922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9AA4F05-AFCD-FBFE-349C-68A3213E7260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6416D7B-4594-C2B6-91C0-2C4BCE9B0DB9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ED3ED15-7DAB-2361-C56D-EEFAA24624BF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6093949-A45E-B458-3B5F-7E13AD123AF4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76953A5-5ADB-0911-2316-2C658E7D3E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2A781CAF-3343-612C-73B6-120FD84684F9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910F3B-003A-7D08-2DE6-BD8244FA1551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86AC9D-8684-3ACA-C912-A44C598E687F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3D4A23D-5F8F-85E6-5BFC-E8B012D94B38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DE712C9-B40D-E3D4-6A44-9212DB25056D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C4DB451-9D7C-321F-E3BF-B340B6A2C39F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77AF5E-2D9B-8122-F6DA-22825C038B90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21B76-90D7-002E-F806-682183C481A6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D932A5-FA1F-1F1B-4A6B-6D232D62DD1B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5D2F90-C58A-D576-2BC2-11BAE3D58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4AA5CE-2390-3F1A-4D5A-EEF7B1A907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338B8695-E698-FE16-8789-F503D247BABD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15B392-6CB6-D1BC-8539-5D8278E7AE09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6B6B0-120D-59AF-FC0D-1EC387E0ECBE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85253-9AE6-1175-6DE9-EDA63A64119E}"/>
              </a:ext>
            </a:extLst>
          </p:cNvPr>
          <p:cNvSpPr txBox="1"/>
          <p:nvPr/>
        </p:nvSpPr>
        <p:spPr>
          <a:xfrm>
            <a:off x="9390306" y="4576088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 and so we can figure out the lengths of the two “legs” of the triangle.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79547AE-42EF-177D-2230-D988C94840F4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EC0AA0C-B00D-A8C5-FE18-E45181A6E937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0E1D0-DD4F-B495-3491-CE9889B1C406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88D7AC-D768-A45F-A02F-38D10866CC7C}"/>
              </a:ext>
            </a:extLst>
          </p:cNvPr>
          <p:cNvSpPr txBox="1"/>
          <p:nvPr/>
        </p:nvSpPr>
        <p:spPr>
          <a:xfrm>
            <a:off x="8266060" y="421479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98585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0A33-26BF-B638-ABEC-9A84B8B3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30F7A0C-4400-3C6C-2ECE-2469D9C06E51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CB9226C-D1F7-376E-A754-246ADDBB21C0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D97F6A-8124-8144-AE10-8CBC0808F1CA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4B79573-CC87-AC26-6A05-9B2BBF1EC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347DE503-F53B-B9DF-2D11-C82248FCFF12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900927E-79B2-68A3-B677-6B312D70DB4A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1DFAFC-3EB5-BFEE-94FF-E5FDBD37B55C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2416917-E3E8-D985-C266-BA2CC65394B6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7ACE997-BCEC-6F42-33B0-DF5BAA6FB82A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263978E-C974-B922-43C8-40A436188D1C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41E2B28-F628-F7AA-62AA-A5E753B8DC2E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9AA093D-67F7-66ED-86B4-AEF3AF3DD31D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A143337-6E36-FE7D-BCFD-6613F0D377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983D4EB3-82D2-FDB4-02AC-B89049EC96AC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7EA6DA-EBF8-0AB5-12A0-5E7F1C46440D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6FD21B-36A2-96B0-83F7-6BC0E7C1800F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5C8D6BB-EE12-6062-CBC4-AFF060209C01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F62A696-2224-E7E0-741C-A3B5BCCB0002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E513DB2-B5AB-86ED-0AE3-8E40AE21C85A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0DDDA5-7980-9DFD-7B59-768643ED5EC6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6A24F-23D0-35AD-3E75-FD11FF638B78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C42879-B3CC-7D95-BBE8-AD2A20B87541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4AD9B3-5A00-A4A9-F275-0D54EA944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C1740F9-C5D1-B303-3238-FA502BB3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3B147CF0-BFDD-2B14-9687-A270755E197B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29A6F-0A71-25D7-C763-D8C7D71B594B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C184E6-7C7C-5DAE-4C0B-C95D3523AF71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5E238-E0FC-4E4B-B42A-56ED003C49A4}"/>
              </a:ext>
            </a:extLst>
          </p:cNvPr>
          <p:cNvSpPr txBox="1"/>
          <p:nvPr/>
        </p:nvSpPr>
        <p:spPr>
          <a:xfrm>
            <a:off x="9390306" y="4576088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 and so we can figure out the lengths of the two “legs” of the triangle.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1E14817-5B36-FBE2-9F6D-E1865A9DBF05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9580FD9-5349-2752-F9D5-A18CE634A3A6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C16D2-3003-CCCB-95E1-AD58AE0BA966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89A0A-856D-9CE5-EC88-516592185BAB}"/>
              </a:ext>
            </a:extLst>
          </p:cNvPr>
          <p:cNvSpPr txBox="1"/>
          <p:nvPr/>
        </p:nvSpPr>
        <p:spPr>
          <a:xfrm>
            <a:off x="8099683" y="42147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mx - cx</a:t>
            </a:r>
          </a:p>
        </p:txBody>
      </p:sp>
    </p:spTree>
    <p:extLst>
      <p:ext uri="{BB962C8B-B14F-4D97-AF65-F5344CB8AC3E}">
        <p14:creationId xmlns:p14="http://schemas.microsoft.com/office/powerpoint/2010/main" val="154554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A9D3-6F42-FE09-31FE-26B05B98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3FD24545-12D7-16E1-F1DE-A9CF4D0901E3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AA4D1AE-FEE8-6629-7403-359712AD482A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C781F94-DF75-17D2-81AE-B7A9623FBBFE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5D507C9-756D-D5D6-19FD-645AF3428B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1C8DA944-B411-D79B-6DBF-D63823493994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31AE54-609E-D30B-A742-68F2881B6FD7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1847DD-FB82-5E25-D41C-2EA7CE62DCDB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A3F6D4B-FC6E-DD1F-F777-213312041509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587A21F-A6D6-4B81-0D16-915149D72240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25BFCF7-F1F8-7C26-2569-075029EFA924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D4AE03D-EEC7-D291-FB50-4603DFC12F17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FD4A91C-6C85-010B-C4D6-ADEFD04FDCC7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21F44D4-AAB0-D4B1-F2BD-61346600E7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53F7ED20-B051-37B9-E28D-E33B935AA48F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60AB50-262A-CF2B-F415-75642FABBE28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005CA4-F6FB-01D1-A186-0D87DA0CD43D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307912-EDB2-ACB3-E474-C6A075264CED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CB14200-4A9A-FE27-AE5D-CB514550F07F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E8A699E-78E3-29F7-7C42-14EAC5B00455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26CF13-6086-EAB5-7F15-99B6D5EAB92A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04CD2-2509-6D2D-4AED-EE5ABAAD163E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A454E1-3E88-4A09-4A1C-0EC4C1C0AA2D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C5D10B-1285-0245-22D7-9B2052012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AABF89-8674-6A7D-55DF-70839AA03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82992C29-8541-4541-1D95-5EEAF55B1ABC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0A1BC-A306-BC01-405B-83E9B2DBC836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D15B7-A206-AE47-6BE4-01AB922B43D8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95936-3958-039E-542C-B1C8EB040C0E}"/>
              </a:ext>
            </a:extLst>
          </p:cNvPr>
          <p:cNvSpPr txBox="1"/>
          <p:nvPr/>
        </p:nvSpPr>
        <p:spPr>
          <a:xfrm>
            <a:off x="9390306" y="4576088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we can solve for angle using trigonometry!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angle = ???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B43B5B0-D921-EAF2-4516-E4885801EFEA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6E43A01-9AF0-20C4-2097-E5D61B1C92AE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67A8D-D6D3-8BAA-5DAA-42548FD6251C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5739A-7E96-DC6E-77BE-5A9126AB0FC3}"/>
              </a:ext>
            </a:extLst>
          </p:cNvPr>
          <p:cNvSpPr txBox="1"/>
          <p:nvPr/>
        </p:nvSpPr>
        <p:spPr>
          <a:xfrm>
            <a:off x="8099683" y="42147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mx - cx</a:t>
            </a:r>
          </a:p>
        </p:txBody>
      </p:sp>
    </p:spTree>
    <p:extLst>
      <p:ext uri="{BB962C8B-B14F-4D97-AF65-F5344CB8AC3E}">
        <p14:creationId xmlns:p14="http://schemas.microsoft.com/office/powerpoint/2010/main" val="19832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6740-3F3B-6685-3AD8-C0B6A111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066625F6-A020-DAE1-574F-73BCA9225E08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6E9C780-7B18-C6D5-D469-6755A7DA91C4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B0677A0-8B44-7821-B614-46700EDABB71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7070C61-5A77-1619-75EE-5AB3FAEB0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1823638C-2EF2-22B7-4972-451496C6A5C5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9F855-AC7F-B5BC-F547-2CE88F36F356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ADF809-525D-AB90-D3C5-20F2C30DE117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AE16526-6BB9-59D0-2EF4-67D391DCA651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6768176-473F-7C6A-12DA-EDDA6DB4B627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E6AA892-C2B4-AB30-2B98-1DEC31D05031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1F85F71-05C0-AB57-8EDD-40029BEB0101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1C9E0BB-265E-5C53-67B5-8D1BC7C3049A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B18897A-BA4C-0D4E-44ED-B8F7B1DAF6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78667A9C-1EB4-A87D-B607-545DD04485CF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CE28C9-B306-9852-0E26-425D32A36817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085DAE-45C8-D3AD-1A47-8CEBAACF2FF8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C625024-13EE-8BC5-FA32-D4AE6ACFAC63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B7B4C63-7225-9E01-AC5D-AC379076C071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69901E2-4CF6-A9B4-92C2-5390B37055D9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F56E270-2183-CB9E-E308-830974307203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C6C4A-42C5-FD14-D85F-D70128099FCC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50EE07-B3B6-8196-950E-6830684DBAA7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101F62-B4F9-B6F1-27F2-4008B0187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018FDB-4C6A-5186-C365-1F78EE436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8ED8B05B-D30C-6572-E806-4CD8617E1D54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EFE5C-21E0-C622-1C08-B4FBBBDFDAD8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2FCD9E-4C79-BCD5-35D3-6DA847B7C609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0D75F4-95CF-1D01-9312-4FE7E1FC1A86}"/>
                  </a:ext>
                </a:extLst>
              </p:cNvPr>
              <p:cNvSpPr txBox="1"/>
              <p:nvPr/>
            </p:nvSpPr>
            <p:spPr>
              <a:xfrm>
                <a:off x="9390306" y="4576088"/>
                <a:ext cx="2704774" cy="10169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Now we can solve for angle using trigonometry!</a:t>
                </a:r>
              </a:p>
              <a:p>
                <a:pPr algn="ctr"/>
                <a:r>
                  <a:rPr lang="en-US" dirty="0">
                    <a:solidFill>
                      <a:srgbClr val="FF0000"/>
                    </a:solidFill>
                  </a:rPr>
                  <a:t>angle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𝑚𝑦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𝑐𝑦</m:t>
                            </m:r>
                          </m:num>
                          <m:den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𝑚𝑥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𝑐𝑥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0D75F4-95CF-1D01-9312-4FE7E1FC1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306" y="4576088"/>
                <a:ext cx="2704774" cy="1016945"/>
              </a:xfrm>
              <a:prstGeom prst="rect">
                <a:avLst/>
              </a:prstGeom>
              <a:blipFill>
                <a:blip r:embed="rId2"/>
                <a:stretch>
                  <a:fillRect l="-1402" t="-2469" r="-1402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B784E5D9-B728-1419-82C0-D0E24E4AE974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F20D717-E415-5BFC-38C9-FA0797BA6CA5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E96E9-3DD3-CE57-C8E5-1E570395D5C0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3350C-13BD-76A9-04A6-529548D04C41}"/>
              </a:ext>
            </a:extLst>
          </p:cNvPr>
          <p:cNvSpPr txBox="1"/>
          <p:nvPr/>
        </p:nvSpPr>
        <p:spPr>
          <a:xfrm>
            <a:off x="8099683" y="42147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mx - cx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2C0A6B-2238-E58A-4C56-2BA5200696CA}"/>
              </a:ext>
            </a:extLst>
          </p:cNvPr>
          <p:cNvSpPr txBox="1"/>
          <p:nvPr/>
        </p:nvSpPr>
        <p:spPr>
          <a:xfrm>
            <a:off x="10345831" y="6100216"/>
            <a:ext cx="163540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This is the </a:t>
            </a:r>
            <a:r>
              <a:rPr lang="en-CA" sz="1200" b="1" dirty="0"/>
              <a:t>arctangent</a:t>
            </a:r>
            <a:r>
              <a:rPr lang="en-CA" sz="1200" dirty="0"/>
              <a:t> function, e.g. </a:t>
            </a:r>
            <a:r>
              <a:rPr lang="en-CA" sz="1200" b="1" dirty="0"/>
              <a:t>arctan</a:t>
            </a:r>
            <a:r>
              <a:rPr lang="en-CA" sz="1200" dirty="0"/>
              <a:t>, or just </a:t>
            </a:r>
            <a:r>
              <a:rPr lang="en-CA" sz="1200" b="1" dirty="0" err="1"/>
              <a:t>atan</a:t>
            </a:r>
            <a:r>
              <a:rPr lang="en-CA" sz="1200" dirty="0"/>
              <a:t>.</a:t>
            </a:r>
            <a:endParaRPr lang="en-US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93EDAF-589F-A08E-AB8C-1EA0F505C9B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786753" y="5479312"/>
            <a:ext cx="376779" cy="62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2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B2634-0A3F-845B-110F-1F73CAF6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B16D6607-19CE-7A06-E1E5-79778AC1D164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04AA0E-BB2C-D023-9A67-87EFB326E545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A024285-9BCE-89B0-E624-1F582F701E3D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2EA6432-098C-0FA3-B4DD-9DDD1972D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A2B559C1-6C78-05D4-3639-84AB7A7C4866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A8620B-2C3C-D1DD-DDE6-C6E26ED3D0EF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072727-B2E0-C8BB-9335-7FA93CC95685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4E4D37-EE29-AB00-E4DD-030CB0233AEC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ACBD198-C21F-3FA8-0339-469B6C3A15CA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8D67115-BA86-180E-E389-0DCE6ACB103C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6FDDA0D-8A89-38A9-0117-34EBE9E2C129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96C30F7-9EBB-5B39-2961-34ABCD3AAE29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EC6441B-CC15-43FF-7040-195CF8ED1B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81016814-5591-C29B-85CE-723FAB7F3E94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02EF79-A0FD-522B-B93A-05B9AA107315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804BE0-0E46-009B-435D-02720DB8EC38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32CD641-6208-853C-2E61-EDB8D872187D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71E64DA-DEEE-FA8F-7A2B-8DFB2E30B720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C1E555-4319-79CA-2B28-C6BAB84ADAD8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CF7BB4-232D-5D54-7352-41341167B339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B7E59-27EF-7F63-C9F1-A40E9CA30602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215BFC-9807-087E-8296-18C16EC49B21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D5C56E-00B3-B77F-BB7A-2701BA61F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266C2C-0EFA-5941-33C3-657802885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1410E473-643B-E107-9C16-9EA9A83EBC5C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562DE-A894-BBE7-3F80-D80FDBCB9D39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4EB54B-FF66-6B2F-6C74-7BB00C82612A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60F42-F022-50AB-D53D-25CE8DB1B0A1}"/>
                  </a:ext>
                </a:extLst>
              </p:cNvPr>
              <p:cNvSpPr txBox="1"/>
              <p:nvPr/>
            </p:nvSpPr>
            <p:spPr>
              <a:xfrm>
                <a:off x="9390306" y="4576088"/>
                <a:ext cx="2704774" cy="10169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Now we can solve for angle using trigonometry!</a:t>
                </a:r>
              </a:p>
              <a:p>
                <a:pPr algn="ctr"/>
                <a:r>
                  <a:rPr lang="en-US" dirty="0">
                    <a:solidFill>
                      <a:srgbClr val="FF0000"/>
                    </a:solidFill>
                  </a:rPr>
                  <a:t>angle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𝑚𝑦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𝑐𝑦</m:t>
                            </m:r>
                          </m:num>
                          <m:den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𝑚𝑥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𝑐𝑥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60F42-F022-50AB-D53D-25CE8DB1B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306" y="4576088"/>
                <a:ext cx="2704774" cy="1016945"/>
              </a:xfrm>
              <a:prstGeom prst="rect">
                <a:avLst/>
              </a:prstGeom>
              <a:blipFill>
                <a:blip r:embed="rId2"/>
                <a:stretch>
                  <a:fillRect l="-1402" t="-2469" r="-1402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09CBB95D-3706-E9F4-8D53-412DD2F209E5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5CB893DC-A8CB-2283-BBAB-63EE4CB8AE9C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BF143-8AFB-74B9-32DF-1A6CC73766F4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2A0E4-F65F-9EAD-68F6-2528B1020353}"/>
              </a:ext>
            </a:extLst>
          </p:cNvPr>
          <p:cNvSpPr txBox="1"/>
          <p:nvPr/>
        </p:nvSpPr>
        <p:spPr>
          <a:xfrm>
            <a:off x="8099683" y="42147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mx - cx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01273-F2FB-9112-59D1-889455A77773}"/>
              </a:ext>
            </a:extLst>
          </p:cNvPr>
          <p:cNvSpPr txBox="1"/>
          <p:nvPr/>
        </p:nvSpPr>
        <p:spPr>
          <a:xfrm>
            <a:off x="10345831" y="6100216"/>
            <a:ext cx="163540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This is the </a:t>
            </a:r>
            <a:r>
              <a:rPr lang="en-CA" sz="1200" b="1" dirty="0"/>
              <a:t>arctangent</a:t>
            </a:r>
            <a:r>
              <a:rPr lang="en-CA" sz="1200" dirty="0"/>
              <a:t> function, e.g. </a:t>
            </a:r>
            <a:r>
              <a:rPr lang="en-CA" sz="1200" b="1" dirty="0"/>
              <a:t>arctan</a:t>
            </a:r>
            <a:r>
              <a:rPr lang="en-CA" sz="1200" dirty="0"/>
              <a:t>, or just </a:t>
            </a:r>
            <a:r>
              <a:rPr lang="en-CA" sz="1200" b="1" dirty="0" err="1"/>
              <a:t>atan</a:t>
            </a:r>
            <a:r>
              <a:rPr lang="en-CA" sz="1200" dirty="0"/>
              <a:t>.</a:t>
            </a:r>
            <a:endParaRPr lang="en-US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278624-67A7-1A4F-62AC-3E58A2754940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786753" y="5479312"/>
            <a:ext cx="376779" cy="62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BF29B7-8194-AEA2-18CC-C44CD300CE81}"/>
              </a:ext>
            </a:extLst>
          </p:cNvPr>
          <p:cNvSpPr txBox="1"/>
          <p:nvPr/>
        </p:nvSpPr>
        <p:spPr>
          <a:xfrm>
            <a:off x="5187372" y="5412763"/>
            <a:ext cx="365034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Problem! </a:t>
            </a:r>
            <a:r>
              <a:rPr lang="en-US" dirty="0"/>
              <a:t>Regular </a:t>
            </a:r>
            <a:r>
              <a:rPr lang="en-US" b="1" dirty="0" err="1"/>
              <a:t>atan</a:t>
            </a:r>
            <a:r>
              <a:rPr lang="en-US" dirty="0"/>
              <a:t> does not distinguish between quadrants on the plane, and fails when mx-cx is 0 (i.e. the arrow points straight up)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A90AB4-E7E4-6F9D-9A77-148C13987555}"/>
              </a:ext>
            </a:extLst>
          </p:cNvPr>
          <p:cNvCxnSpPr/>
          <p:nvPr/>
        </p:nvCxnSpPr>
        <p:spPr>
          <a:xfrm flipH="1">
            <a:off x="8859795" y="5387546"/>
            <a:ext cx="898419" cy="402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35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E56D-0043-B712-3BEA-491E0EEA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BDAD2524-144B-93A4-3FF1-1CD1EB0DAD93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7881E7-10BD-399F-07DF-5CDB7559A644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290F520-2D57-27D9-C570-C4E3867F270B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7B606DB-5000-8EDE-FA65-A13759971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B4A1FD6D-E005-F22F-CA3E-41F60B75D4A7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8E5CE6-B11B-BE63-BBD5-6F86D54FF3F9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A1BB3A-EA03-B1F6-35F4-D743240A3CCD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59932E2-1112-C8F7-C98B-863143932E78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E9C74BA-9E64-E95C-6DF2-A83E0BB0160E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342E277-5C51-9812-C22B-C762AA2860B8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F0D654-6818-1AA1-68E7-2912D258F861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BE5B07D-FEE0-82E1-B9C4-9A8D579F103F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EC41D39-DE3B-71B4-8833-50DB75A95B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2E474121-16E6-C64F-0CE6-7D0B85955862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F5AB3D-9387-8183-F2E8-1C3C053AB73C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3019CF-3F78-B397-8A25-F3E879AF8745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84902A3-71A1-8EB5-A409-CD48B25009FC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79A45DF-8DAA-FCEE-644C-B9D8DDF9A314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77EFE2-CA48-203B-6DA4-92705B3A2A85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ADB5DB-EAAB-D493-51FF-55377AECC842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EEAD9-674F-382D-7940-CA9ABCBF9CE3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31CB7C-41A3-B7FB-63D1-D4B92278EB5F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4953118-6BD8-A14B-818B-F91FA54E4C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E60306D-21FA-EED2-96DD-17BB0C431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85D3CDC8-6267-C30B-8A4E-8A3247D4EA07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900AD-F269-E746-DAF3-F38DEE6F5BA5}"/>
              </a:ext>
            </a:extLst>
          </p:cNvPr>
          <p:cNvSpPr txBox="1"/>
          <p:nvPr/>
        </p:nvSpPr>
        <p:spPr>
          <a:xfrm>
            <a:off x="7774837" y="35746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8E5BF-BE52-DBBE-2DD4-EFDE6728FBCB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8A8D5D-BA7F-810B-5DAE-CD0593EA0656}"/>
                  </a:ext>
                </a:extLst>
              </p:cNvPr>
              <p:cNvSpPr txBox="1"/>
              <p:nvPr/>
            </p:nvSpPr>
            <p:spPr>
              <a:xfrm>
                <a:off x="9390306" y="4576088"/>
                <a:ext cx="2704774" cy="10169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Now we can solve for angle using trigonometry!</a:t>
                </a:r>
              </a:p>
              <a:p>
                <a:pPr algn="ctr"/>
                <a:r>
                  <a:rPr lang="en-US" dirty="0">
                    <a:solidFill>
                      <a:srgbClr val="FF0000"/>
                    </a:solidFill>
                  </a:rPr>
                  <a:t>angle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𝑚𝑦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𝑐𝑦</m:t>
                            </m:r>
                          </m:num>
                          <m:den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𝑚𝑥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𝑐𝑥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8A8D5D-BA7F-810B-5DAE-CD0593EA0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306" y="4576088"/>
                <a:ext cx="2704774" cy="1016945"/>
              </a:xfrm>
              <a:prstGeom prst="rect">
                <a:avLst/>
              </a:prstGeom>
              <a:blipFill>
                <a:blip r:embed="rId2"/>
                <a:stretch>
                  <a:fillRect l="-1402" t="-2469" r="-1402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275314B2-529E-AAE2-5B8A-38D484BEB187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6B92BEB-C3F3-E64D-F977-064A95D22F1E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099F1-4E58-09F4-E4CE-F5C8C19D0B08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97C06-A890-E71A-8F7A-4B3D9CEA5453}"/>
              </a:ext>
            </a:extLst>
          </p:cNvPr>
          <p:cNvSpPr txBox="1"/>
          <p:nvPr/>
        </p:nvSpPr>
        <p:spPr>
          <a:xfrm>
            <a:off x="8099683" y="42147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mx - cx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32B39-DC79-3264-93B8-BD86177ED49B}"/>
              </a:ext>
            </a:extLst>
          </p:cNvPr>
          <p:cNvSpPr txBox="1"/>
          <p:nvPr/>
        </p:nvSpPr>
        <p:spPr>
          <a:xfrm>
            <a:off x="10345831" y="6100216"/>
            <a:ext cx="163540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This is the </a:t>
            </a:r>
            <a:r>
              <a:rPr lang="en-CA" sz="1200" b="1" dirty="0"/>
              <a:t>arctangent</a:t>
            </a:r>
            <a:r>
              <a:rPr lang="en-CA" sz="1200" dirty="0"/>
              <a:t> function, e.g. </a:t>
            </a:r>
            <a:r>
              <a:rPr lang="en-CA" sz="1200" b="1" dirty="0"/>
              <a:t>arctan</a:t>
            </a:r>
            <a:r>
              <a:rPr lang="en-CA" sz="1200" dirty="0"/>
              <a:t>, or just </a:t>
            </a:r>
            <a:r>
              <a:rPr lang="en-CA" sz="1200" b="1" dirty="0" err="1"/>
              <a:t>atan</a:t>
            </a:r>
            <a:r>
              <a:rPr lang="en-CA" sz="1200" dirty="0"/>
              <a:t>.</a:t>
            </a:r>
            <a:endParaRPr lang="en-US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AC56B9-A6A1-D418-18C2-3F463AC4156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786753" y="5479312"/>
            <a:ext cx="376779" cy="62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37B18EB-5478-27DF-2424-84960076202B}"/>
              </a:ext>
            </a:extLst>
          </p:cNvPr>
          <p:cNvSpPr txBox="1"/>
          <p:nvPr/>
        </p:nvSpPr>
        <p:spPr>
          <a:xfrm>
            <a:off x="5187372" y="5412763"/>
            <a:ext cx="365034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Problem! </a:t>
            </a:r>
            <a:r>
              <a:rPr lang="en-US" dirty="0"/>
              <a:t>Regular </a:t>
            </a:r>
            <a:r>
              <a:rPr lang="en-US" b="1" dirty="0" err="1"/>
              <a:t>atan</a:t>
            </a:r>
            <a:r>
              <a:rPr lang="en-US" dirty="0"/>
              <a:t> does not distinguish between quadrants on the plane, and fails when mx-cx is 0 (i.e. the arrow points straight up)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44601B-54CF-3D92-FA52-AC238ABAA3CE}"/>
              </a:ext>
            </a:extLst>
          </p:cNvPr>
          <p:cNvSpPr txBox="1"/>
          <p:nvPr/>
        </p:nvSpPr>
        <p:spPr>
          <a:xfrm>
            <a:off x="570320" y="5575309"/>
            <a:ext cx="4064468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Fortunately there’s a standard solution: the </a:t>
            </a:r>
            <a:r>
              <a:rPr lang="en-US" b="1" dirty="0">
                <a:solidFill>
                  <a:srgbClr val="FF0000"/>
                </a:solidFill>
              </a:rPr>
              <a:t>atan2(y, x) </a:t>
            </a:r>
            <a:r>
              <a:rPr lang="en-US" dirty="0"/>
              <a:t>function.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angle = math.atan2(m*y - c*y, m*x – cx)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21CFF6-6A6F-7F7D-8D57-A83A49CF527D}"/>
              </a:ext>
            </a:extLst>
          </p:cNvPr>
          <p:cNvCxnSpPr/>
          <p:nvPr/>
        </p:nvCxnSpPr>
        <p:spPr>
          <a:xfrm flipH="1">
            <a:off x="8859795" y="5387546"/>
            <a:ext cx="898419" cy="402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5B18CF-84E7-162F-4B2F-43DEF6A6873D}"/>
              </a:ext>
            </a:extLst>
          </p:cNvPr>
          <p:cNvCxnSpPr>
            <a:cxnSpLocks/>
            <a:stCxn id="25" idx="1"/>
            <a:endCxn id="32" idx="3"/>
          </p:cNvCxnSpPr>
          <p:nvPr/>
        </p:nvCxnSpPr>
        <p:spPr>
          <a:xfrm flipH="1">
            <a:off x="4634788" y="6012928"/>
            <a:ext cx="552584" cy="24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484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86D9E-5E29-2291-767A-57C97F91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D36996EE-7D5A-4A86-B5C2-11246F83CE0F}"/>
              </a:ext>
            </a:extLst>
          </p:cNvPr>
          <p:cNvSpPr/>
          <p:nvPr/>
        </p:nvSpPr>
        <p:spPr>
          <a:xfrm flipH="1">
            <a:off x="7194435" y="2582562"/>
            <a:ext cx="2750502" cy="1361454"/>
          </a:xfrm>
          <a:prstGeom prst="rtTriangl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67265"/>
                      <a:gd name="csY0" fmla="*/ 369332 h 369332"/>
                      <a:gd name="csX1" fmla="*/ 0 w 667265"/>
                      <a:gd name="csY1" fmla="*/ 0 h 369332"/>
                      <a:gd name="csX2" fmla="*/ 313615 w 667265"/>
                      <a:gd name="csY2" fmla="*/ 173586 h 369332"/>
                      <a:gd name="csX3" fmla="*/ 667265 w 667265"/>
                      <a:gd name="csY3" fmla="*/ 369332 h 369332"/>
                      <a:gd name="csX4" fmla="*/ 333633 w 667265"/>
                      <a:gd name="csY4" fmla="*/ 369332 h 369332"/>
                      <a:gd name="csX5" fmla="*/ 0 w 667265"/>
                      <a:gd name="csY5" fmla="*/ 369332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67265" h="369332" extrusionOk="0">
                        <a:moveTo>
                          <a:pt x="0" y="369332"/>
                        </a:moveTo>
                        <a:cubicBezTo>
                          <a:pt x="-39554" y="272377"/>
                          <a:pt x="15775" y="81417"/>
                          <a:pt x="0" y="0"/>
                        </a:cubicBezTo>
                        <a:cubicBezTo>
                          <a:pt x="111898" y="56745"/>
                          <a:pt x="148683" y="103793"/>
                          <a:pt x="313615" y="173586"/>
                        </a:cubicBezTo>
                        <a:cubicBezTo>
                          <a:pt x="478547" y="243379"/>
                          <a:pt x="581335" y="356136"/>
                          <a:pt x="667265" y="369332"/>
                        </a:cubicBezTo>
                        <a:cubicBezTo>
                          <a:pt x="518849" y="386162"/>
                          <a:pt x="482363" y="330523"/>
                          <a:pt x="333633" y="369332"/>
                        </a:cubicBezTo>
                        <a:cubicBezTo>
                          <a:pt x="184903" y="408141"/>
                          <a:pt x="70269" y="341657"/>
                          <a:pt x="0" y="36933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74FDDB2-3747-EE41-F126-B54B1C48CFA5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6CEA541-6ADC-838F-D79F-84AC37D2F158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1D691D5-35E5-2E61-A1F3-EE742CA525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921" y="3919280"/>
                <a:ext cx="1713186" cy="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7DF99EA9-B4D1-A493-E1B7-776323951EA4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6F0A70-0079-5C89-465E-46530A14AB81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830428-83A8-C711-8E2D-D72CAA5D2F35}"/>
                  </a:ext>
                </a:extLst>
              </p:cNvPr>
              <p:cNvSpPr txBox="1"/>
              <p:nvPr/>
            </p:nvSpPr>
            <p:spPr>
              <a:xfrm>
                <a:off x="396413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5A4A2B5-23DB-3C37-4E43-A317018ED3A3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613B789-8328-4FE1-4EBF-1BD84F440030}"/>
                  </a:ext>
                </a:extLst>
              </p:cNvPr>
              <p:cNvSpPr/>
              <p:nvPr/>
            </p:nvSpPr>
            <p:spPr>
              <a:xfrm>
                <a:off x="675921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AA27B2-C851-6F5E-C9EA-B7FDD806DB72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3FEBC49-B2E2-1664-9D3B-A996796D5333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BE95490-8587-13D7-797C-75DC80ACE8AD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0794051-9B7D-8DD4-949A-349AF23FF6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9332" y="3188047"/>
                <a:ext cx="1461544" cy="731233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4142D519-3F35-3603-63F6-F6D0AFB56E6D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5661D3-4487-87F6-BC64-9241207E068F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8A981E-8414-FA7A-3469-C4706535983B}"/>
                  </a:ext>
                </a:extLst>
              </p:cNvPr>
              <p:cNvSpPr txBox="1"/>
              <p:nvPr/>
            </p:nvSpPr>
            <p:spPr>
              <a:xfrm>
                <a:off x="6755824" y="4463796"/>
                <a:ext cx="2454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arrow on the screen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900F6EA-07F3-1C2E-3775-9906529DB606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9C9C8F5-4659-B0B6-958C-B7FF42032774}"/>
                  </a:ext>
                </a:extLst>
              </p:cNvPr>
              <p:cNvSpPr/>
              <p:nvPr/>
            </p:nvSpPr>
            <p:spPr>
              <a:xfrm>
                <a:off x="7035332" y="3865280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75DD236-F447-E956-BF5D-807D94399DA1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30087D3-0671-CF80-9E18-8B07A0B51531}"/>
              </a:ext>
            </a:extLst>
          </p:cNvPr>
          <p:cNvSpPr txBox="1"/>
          <p:nvPr/>
        </p:nvSpPr>
        <p:spPr>
          <a:xfrm>
            <a:off x="6629494" y="3508216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(cx, cy)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78276-79FA-DA0A-95F3-5784B2E5B144}"/>
              </a:ext>
            </a:extLst>
          </p:cNvPr>
          <p:cNvSpPr txBox="1"/>
          <p:nvPr/>
        </p:nvSpPr>
        <p:spPr>
          <a:xfrm>
            <a:off x="9242464" y="2125505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(mx, my)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0E2EF7-1DF5-3559-AE89-EB4658893E5E}"/>
              </a:ext>
            </a:extLst>
          </p:cNvPr>
          <p:cNvGrpSpPr/>
          <p:nvPr/>
        </p:nvGrpSpPr>
        <p:grpSpPr>
          <a:xfrm>
            <a:off x="9829323" y="3804533"/>
            <a:ext cx="115614" cy="135768"/>
            <a:chOff x="7409793" y="5801710"/>
            <a:chExt cx="225338" cy="231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83728BA-DCB5-1181-18DD-4CA838C1B3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793" y="5801710"/>
              <a:ext cx="0" cy="2312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09E505B-9AB4-A530-1CD3-6F0F6A43A2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93" y="5801710"/>
              <a:ext cx="2253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rc 14">
            <a:extLst>
              <a:ext uri="{FF2B5EF4-FFF2-40B4-BE49-F238E27FC236}">
                <a16:creationId xmlns:a16="http://schemas.microsoft.com/office/drawing/2014/main" id="{549CD282-308D-C2A5-822B-3B9991346B5E}"/>
              </a:ext>
            </a:extLst>
          </p:cNvPr>
          <p:cNvSpPr/>
          <p:nvPr/>
        </p:nvSpPr>
        <p:spPr>
          <a:xfrm>
            <a:off x="7529021" y="3706400"/>
            <a:ext cx="290077" cy="525517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C08285-6C5C-225E-C078-EC35DE8DE273}"/>
              </a:ext>
            </a:extLst>
          </p:cNvPr>
          <p:cNvSpPr txBox="1"/>
          <p:nvPr/>
        </p:nvSpPr>
        <p:spPr>
          <a:xfrm>
            <a:off x="7774837" y="3574684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70C732-5BF8-18A3-D298-9F1E4CEA8348}"/>
              </a:ext>
            </a:extLst>
          </p:cNvPr>
          <p:cNvSpPr txBox="1"/>
          <p:nvPr/>
        </p:nvSpPr>
        <p:spPr>
          <a:xfrm>
            <a:off x="4775565" y="2556035"/>
            <a:ext cx="270477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rotate the line </a:t>
            </a:r>
            <a:r>
              <a:rPr lang="en-US" b="1" dirty="0"/>
              <a:t>angle</a:t>
            </a:r>
            <a:r>
              <a:rPr lang="en-US" dirty="0"/>
              <a:t> degrees it will point in the right direction.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9F8ABA2C-5CA3-04E2-8D58-AB0377B6DF39}"/>
              </a:ext>
            </a:extLst>
          </p:cNvPr>
          <p:cNvSpPr/>
          <p:nvPr/>
        </p:nvSpPr>
        <p:spPr>
          <a:xfrm flipH="1">
            <a:off x="10103266" y="2551748"/>
            <a:ext cx="242565" cy="136145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122590C0-4DF0-C688-ABEE-23DDAFFC5346}"/>
              </a:ext>
            </a:extLst>
          </p:cNvPr>
          <p:cNvSpPr/>
          <p:nvPr/>
        </p:nvSpPr>
        <p:spPr>
          <a:xfrm rot="5400000" flipH="1">
            <a:off x="8450722" y="2801146"/>
            <a:ext cx="237926" cy="27505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4561F-87C9-4F8A-B72B-B1928A30C49C}"/>
              </a:ext>
            </a:extLst>
          </p:cNvPr>
          <p:cNvSpPr txBox="1"/>
          <p:nvPr/>
        </p:nvSpPr>
        <p:spPr>
          <a:xfrm>
            <a:off x="10345831" y="3036295"/>
            <a:ext cx="88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- 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D7B81-15BC-352B-8DEF-9AA2AB919BAA}"/>
              </a:ext>
            </a:extLst>
          </p:cNvPr>
          <p:cNvSpPr txBox="1"/>
          <p:nvPr/>
        </p:nvSpPr>
        <p:spPr>
          <a:xfrm>
            <a:off x="8099683" y="42147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mx - cx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7E6DC2-84E4-DA8D-C9E8-DC5E83D98496}"/>
              </a:ext>
            </a:extLst>
          </p:cNvPr>
          <p:cNvSpPr txBox="1"/>
          <p:nvPr/>
        </p:nvSpPr>
        <p:spPr>
          <a:xfrm>
            <a:off x="7391249" y="5363604"/>
            <a:ext cx="406446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angle</a:t>
            </a:r>
            <a:r>
              <a:rPr lang="en-US" dirty="0">
                <a:solidFill>
                  <a:srgbClr val="FF0000"/>
                </a:solidFill>
              </a:rPr>
              <a:t> = math.atan2(m*y - c*y, m*x – cx)</a:t>
            </a:r>
          </a:p>
        </p:txBody>
      </p:sp>
    </p:spTree>
    <p:extLst>
      <p:ext uri="{BB962C8B-B14F-4D97-AF65-F5344CB8AC3E}">
        <p14:creationId xmlns:p14="http://schemas.microsoft.com/office/powerpoint/2010/main" val="391837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AF38C-4564-1B15-D329-F667DB41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DB8A99-53B6-CE4E-5B22-75585858DBB2}"/>
              </a:ext>
            </a:extLst>
          </p:cNvPr>
          <p:cNvSpPr txBox="1"/>
          <p:nvPr/>
        </p:nvSpPr>
        <p:spPr>
          <a:xfrm>
            <a:off x="7774837" y="3574684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angle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6E6A38-7266-0894-A7EB-D213D3ECCAB3}"/>
              </a:ext>
            </a:extLst>
          </p:cNvPr>
          <p:cNvGrpSpPr/>
          <p:nvPr/>
        </p:nvGrpSpPr>
        <p:grpSpPr>
          <a:xfrm>
            <a:off x="307128" y="1613177"/>
            <a:ext cx="5234152" cy="3593068"/>
            <a:chOff x="202024" y="1592156"/>
            <a:chExt cx="5234152" cy="359306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F761207-288D-4EBC-352E-3C8707B2743F}"/>
                </a:ext>
              </a:extLst>
            </p:cNvPr>
            <p:cNvCxnSpPr>
              <a:cxnSpLocks/>
            </p:cNvCxnSpPr>
            <p:nvPr/>
          </p:nvCxnSpPr>
          <p:spPr>
            <a:xfrm>
              <a:off x="729921" y="3919280"/>
              <a:ext cx="1713186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Arrow 26">
              <a:extLst>
                <a:ext uri="{FF2B5EF4-FFF2-40B4-BE49-F238E27FC236}">
                  <a16:creationId xmlns:a16="http://schemas.microsoft.com/office/drawing/2014/main" id="{B90CA88B-E902-CB71-B02C-67613E0AC4DA}"/>
                </a:ext>
              </a:extLst>
            </p:cNvPr>
            <p:cNvSpPr/>
            <p:nvPr/>
          </p:nvSpPr>
          <p:spPr>
            <a:xfrm rot="13156659">
              <a:off x="3496602" y="2526109"/>
              <a:ext cx="210207" cy="12612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DAA848-AC4F-4836-339D-5ABCE7BF182A}"/>
                </a:ext>
              </a:extLst>
            </p:cNvPr>
            <p:cNvSpPr txBox="1"/>
            <p:nvPr/>
          </p:nvSpPr>
          <p:spPr>
            <a:xfrm>
              <a:off x="3722989" y="2104484"/>
              <a:ext cx="1613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Mouse pointer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E0E5D4-7DDD-DD12-92A5-3306F67C0C0F}"/>
                </a:ext>
              </a:extLst>
            </p:cNvPr>
            <p:cNvSpPr/>
            <p:nvPr/>
          </p:nvSpPr>
          <p:spPr>
            <a:xfrm>
              <a:off x="202024" y="1592156"/>
              <a:ext cx="5234152" cy="359306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40AD612-F53C-26FD-C2D1-16784D71388B}"/>
                </a:ext>
              </a:extLst>
            </p:cNvPr>
            <p:cNvSpPr/>
            <p:nvPr/>
          </p:nvSpPr>
          <p:spPr>
            <a:xfrm>
              <a:off x="675921" y="3865280"/>
              <a:ext cx="108000" cy="108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6DF640-9FC5-3014-644D-2FCDAB5943F0}"/>
              </a:ext>
            </a:extLst>
          </p:cNvPr>
          <p:cNvGrpSpPr/>
          <p:nvPr/>
        </p:nvGrpSpPr>
        <p:grpSpPr>
          <a:xfrm>
            <a:off x="6666539" y="1613177"/>
            <a:ext cx="5234152" cy="3593068"/>
            <a:chOff x="6561435" y="1592156"/>
            <a:chExt cx="5234152" cy="3593068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5799439-DC49-C102-59A6-5491302569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9332" y="3188047"/>
              <a:ext cx="1461544" cy="731233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AF318048-E21C-2E64-4E67-55283AACC699}"/>
                </a:ext>
              </a:extLst>
            </p:cNvPr>
            <p:cNvSpPr/>
            <p:nvPr/>
          </p:nvSpPr>
          <p:spPr>
            <a:xfrm rot="13156659">
              <a:off x="9856013" y="2526109"/>
              <a:ext cx="210207" cy="12612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93C663-0DD3-9A67-13C8-AA5DB86E4527}"/>
                </a:ext>
              </a:extLst>
            </p:cNvPr>
            <p:cNvSpPr txBox="1"/>
            <p:nvPr/>
          </p:nvSpPr>
          <p:spPr>
            <a:xfrm>
              <a:off x="10082400" y="2104484"/>
              <a:ext cx="1613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Mouse pointer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E40780-89D5-E97E-6503-61C515AC1E51}"/>
                </a:ext>
              </a:extLst>
            </p:cNvPr>
            <p:cNvSpPr/>
            <p:nvPr/>
          </p:nvSpPr>
          <p:spPr>
            <a:xfrm>
              <a:off x="6561435" y="1592156"/>
              <a:ext cx="5234152" cy="359306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10A1C2-CC98-C080-2D0D-C080F7DF9ACD}"/>
                </a:ext>
              </a:extLst>
            </p:cNvPr>
            <p:cNvSpPr/>
            <p:nvPr/>
          </p:nvSpPr>
          <p:spPr>
            <a:xfrm>
              <a:off x="7035332" y="3865280"/>
              <a:ext cx="108000" cy="108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AF00486-3428-FC4D-FFE4-1DA4109F6D1F}"/>
              </a:ext>
            </a:extLst>
          </p:cNvPr>
          <p:cNvSpPr txBox="1"/>
          <p:nvPr/>
        </p:nvSpPr>
        <p:spPr>
          <a:xfrm>
            <a:off x="3891475" y="3139959"/>
            <a:ext cx="215252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replace the arrow with anything you want to rotate.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C0D7A0-A613-17AE-9023-01D04160C066}"/>
              </a:ext>
            </a:extLst>
          </p:cNvPr>
          <p:cNvSpPr txBox="1"/>
          <p:nvPr/>
        </p:nvSpPr>
        <p:spPr>
          <a:xfrm>
            <a:off x="7391249" y="5363604"/>
            <a:ext cx="406446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angle</a:t>
            </a:r>
            <a:r>
              <a:rPr lang="en-US" dirty="0">
                <a:solidFill>
                  <a:srgbClr val="FF0000"/>
                </a:solidFill>
              </a:rPr>
              <a:t> = math.atan2(m*y - c*y, m*x – cx)</a:t>
            </a:r>
          </a:p>
        </p:txBody>
      </p:sp>
      <p:pic>
        <p:nvPicPr>
          <p:cNvPr id="12" name="Graphic 11" descr="Downhill skiing with solid fill">
            <a:extLst>
              <a:ext uri="{FF2B5EF4-FFF2-40B4-BE49-F238E27FC236}">
                <a16:creationId xmlns:a16="http://schemas.microsoft.com/office/drawing/2014/main" id="{8300884E-85CD-BEA5-BDFA-94A0D0655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314194" flipH="1">
            <a:off x="7501134" y="2697867"/>
            <a:ext cx="967946" cy="914400"/>
          </a:xfrm>
          <a:prstGeom prst="rect">
            <a:avLst/>
          </a:prstGeom>
        </p:spPr>
      </p:pic>
      <p:pic>
        <p:nvPicPr>
          <p:cNvPr id="13" name="Graphic 12" descr="Downhill skiing with solid fill">
            <a:extLst>
              <a:ext uri="{FF2B5EF4-FFF2-40B4-BE49-F238E27FC236}">
                <a16:creationId xmlns:a16="http://schemas.microsoft.com/office/drawing/2014/main" id="{DDF98C3C-CDAC-67DE-7BF0-D2308F0EF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27127" flipH="1">
            <a:off x="1520991" y="3107627"/>
            <a:ext cx="96794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14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F7BD-C951-C6CF-1A3D-763F12ED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173EE2E4-E95A-3DFB-9F5F-282066D0431B}"/>
              </a:ext>
            </a:extLst>
          </p:cNvPr>
          <p:cNvGrpSpPr/>
          <p:nvPr/>
        </p:nvGrpSpPr>
        <p:grpSpPr>
          <a:xfrm>
            <a:off x="307128" y="736014"/>
            <a:ext cx="5234152" cy="4470231"/>
            <a:chOff x="202024" y="714993"/>
            <a:chExt cx="5234152" cy="44702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10F1C0C-AF18-28D3-2E7F-74845B8B44F7}"/>
                </a:ext>
              </a:extLst>
            </p:cNvPr>
            <p:cNvGrpSpPr/>
            <p:nvPr/>
          </p:nvGrpSpPr>
          <p:grpSpPr>
            <a:xfrm>
              <a:off x="202024" y="1592156"/>
              <a:ext cx="5234152" cy="3593068"/>
              <a:chOff x="202024" y="1592156"/>
              <a:chExt cx="5234152" cy="3593068"/>
            </a:xfrm>
          </p:grpSpPr>
          <p:sp>
            <p:nvSpPr>
              <p:cNvPr id="27" name="Right Arrow 26">
                <a:extLst>
                  <a:ext uri="{FF2B5EF4-FFF2-40B4-BE49-F238E27FC236}">
                    <a16:creationId xmlns:a16="http://schemas.microsoft.com/office/drawing/2014/main" id="{D6BCAB8C-FBA9-E1C8-AAD3-656442955BD3}"/>
                  </a:ext>
                </a:extLst>
              </p:cNvPr>
              <p:cNvSpPr/>
              <p:nvPr/>
            </p:nvSpPr>
            <p:spPr>
              <a:xfrm rot="13156659">
                <a:off x="3496602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93AD56-869B-2338-AD81-29895CC40D4D}"/>
                  </a:ext>
                </a:extLst>
              </p:cNvPr>
              <p:cNvSpPr txBox="1"/>
              <p:nvPr/>
            </p:nvSpPr>
            <p:spPr>
              <a:xfrm>
                <a:off x="3722989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544ED61-C977-6B23-4F0F-FB95C3946E12}"/>
                  </a:ext>
                </a:extLst>
              </p:cNvPr>
              <p:cNvSpPr/>
              <p:nvPr/>
            </p:nvSpPr>
            <p:spPr>
              <a:xfrm>
                <a:off x="202024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F3642B-2A8A-9038-D0CE-8A5EFBC8372E}"/>
                </a:ext>
              </a:extLst>
            </p:cNvPr>
            <p:cNvSpPr txBox="1"/>
            <p:nvPr/>
          </p:nvSpPr>
          <p:spPr>
            <a:xfrm>
              <a:off x="956988" y="714993"/>
              <a:ext cx="37242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can we go from this …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5B5F2E0-1287-07FE-F4A4-C0B774AE1A69}"/>
              </a:ext>
            </a:extLst>
          </p:cNvPr>
          <p:cNvGrpSpPr/>
          <p:nvPr/>
        </p:nvGrpSpPr>
        <p:grpSpPr>
          <a:xfrm>
            <a:off x="6666539" y="736013"/>
            <a:ext cx="5234152" cy="4470232"/>
            <a:chOff x="6561435" y="714992"/>
            <a:chExt cx="5234152" cy="447023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EE06BCF-55D4-0CFC-7784-303B027F6A15}"/>
                </a:ext>
              </a:extLst>
            </p:cNvPr>
            <p:cNvGrpSpPr/>
            <p:nvPr/>
          </p:nvGrpSpPr>
          <p:grpSpPr>
            <a:xfrm>
              <a:off x="6561435" y="1592156"/>
              <a:ext cx="5234152" cy="3593068"/>
              <a:chOff x="6561435" y="1592156"/>
              <a:chExt cx="5234152" cy="3593068"/>
            </a:xfrm>
          </p:grpSpPr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946C318A-CA89-5796-7A46-355CD9653BC4}"/>
                  </a:ext>
                </a:extLst>
              </p:cNvPr>
              <p:cNvSpPr/>
              <p:nvPr/>
            </p:nvSpPr>
            <p:spPr>
              <a:xfrm rot="13156659">
                <a:off x="9856013" y="2526109"/>
                <a:ext cx="210207" cy="1261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D8845A-5905-DBB5-2D9F-2EB2EF82B457}"/>
                  </a:ext>
                </a:extLst>
              </p:cNvPr>
              <p:cNvSpPr txBox="1"/>
              <p:nvPr/>
            </p:nvSpPr>
            <p:spPr>
              <a:xfrm>
                <a:off x="10082400" y="2104484"/>
                <a:ext cx="1613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Mouse pointer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B85F8EC-3CB9-3682-F841-65486C2B7B8F}"/>
                  </a:ext>
                </a:extLst>
              </p:cNvPr>
              <p:cNvSpPr/>
              <p:nvPr/>
            </p:nvSpPr>
            <p:spPr>
              <a:xfrm>
                <a:off x="6561435" y="1592156"/>
                <a:ext cx="5234152" cy="3593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5DBECC-936B-8535-1B1B-693727D63465}"/>
                </a:ext>
              </a:extLst>
            </p:cNvPr>
            <p:cNvSpPr txBox="1"/>
            <p:nvPr/>
          </p:nvSpPr>
          <p:spPr>
            <a:xfrm>
              <a:off x="8443983" y="714992"/>
              <a:ext cx="14690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 to this?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D795220-6B1E-1177-4DAC-EF5633F55932}"/>
              </a:ext>
            </a:extLst>
          </p:cNvPr>
          <p:cNvSpPr txBox="1"/>
          <p:nvPr/>
        </p:nvSpPr>
        <p:spPr>
          <a:xfrm>
            <a:off x="3891475" y="3139959"/>
            <a:ext cx="215252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replace the arrow with anything you want to rotate.</a:t>
            </a:r>
          </a:p>
        </p:txBody>
      </p:sp>
      <p:pic>
        <p:nvPicPr>
          <p:cNvPr id="12" name="Graphic 11" descr="Downhill skiing with solid fill">
            <a:extLst>
              <a:ext uri="{FF2B5EF4-FFF2-40B4-BE49-F238E27FC236}">
                <a16:creationId xmlns:a16="http://schemas.microsoft.com/office/drawing/2014/main" id="{8ED982E6-8A80-9511-C01D-31211A780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314194" flipH="1">
            <a:off x="7501134" y="2697867"/>
            <a:ext cx="967946" cy="914400"/>
          </a:xfrm>
          <a:prstGeom prst="rect">
            <a:avLst/>
          </a:prstGeom>
        </p:spPr>
      </p:pic>
      <p:pic>
        <p:nvPicPr>
          <p:cNvPr id="13" name="Graphic 12" descr="Downhill skiing with solid fill">
            <a:extLst>
              <a:ext uri="{FF2B5EF4-FFF2-40B4-BE49-F238E27FC236}">
                <a16:creationId xmlns:a16="http://schemas.microsoft.com/office/drawing/2014/main" id="{F609BD74-E6F7-BFFF-5AD1-11EFAF34C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27127" flipH="1">
            <a:off x="1520991" y="3107627"/>
            <a:ext cx="96794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55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945</Words>
  <Application>Microsoft Macintosh PowerPoint</Application>
  <PresentationFormat>Widescreen</PresentationFormat>
  <Paragraphs>156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Making an Arrow Point to the Mouse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2025-02-21T19:24:30Z</dcterms:created>
  <dcterms:modified xsi:type="dcterms:W3CDTF">2025-12-03T23:05:40Z</dcterms:modified>
</cp:coreProperties>
</file>