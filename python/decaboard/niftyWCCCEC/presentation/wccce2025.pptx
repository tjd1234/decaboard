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74" r:id="rId4"/>
    <p:sldId id="275" r:id="rId5"/>
    <p:sldId id="270" r:id="rId6"/>
    <p:sldId id="271" r:id="rId7"/>
    <p:sldId id="269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9C572-7B7D-6E4B-96F0-44C00F5EFC6C}" v="117" dt="2025-04-28T02:51:29.001"/>
    <p1510:client id="{C61160E1-0255-704B-BA51-2EFFAECCB74B}" v="21" dt="2025-04-28T18:08:21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6327"/>
  </p:normalViewPr>
  <p:slideViewPr>
    <p:cSldViewPr snapToGrid="0">
      <p:cViewPr varScale="1">
        <p:scale>
          <a:sx n="123" d="100"/>
          <a:sy n="123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C61160E1-0255-704B-BA51-2EFFAECCB74B}"/>
    <pc:docChg chg="undo custSel addSld delSld modSld">
      <pc:chgData name="Toby Donaldson" userId="2e6e5431-bb17-4c41-9985-d39c50d83c73" providerId="ADAL" clId="{C61160E1-0255-704B-BA51-2EFFAECCB74B}" dt="2025-04-28T19:21:18.195" v="4745" actId="20577"/>
      <pc:docMkLst>
        <pc:docMk/>
      </pc:docMkLst>
      <pc:sldChg chg="modSp mod">
        <pc:chgData name="Toby Donaldson" userId="2e6e5431-bb17-4c41-9985-d39c50d83c73" providerId="ADAL" clId="{C61160E1-0255-704B-BA51-2EFFAECCB74B}" dt="2025-04-28T16:56:26.577" v="4615" actId="20577"/>
        <pc:sldMkLst>
          <pc:docMk/>
          <pc:sldMk cId="27877428" sldId="256"/>
        </pc:sldMkLst>
        <pc:spChg chg="mod">
          <ac:chgData name="Toby Donaldson" userId="2e6e5431-bb17-4c41-9985-d39c50d83c73" providerId="ADAL" clId="{C61160E1-0255-704B-BA51-2EFFAECCB74B}" dt="2025-04-28T02:58:49.367" v="48" actId="20577"/>
          <ac:spMkLst>
            <pc:docMk/>
            <pc:sldMk cId="27877428" sldId="256"/>
            <ac:spMk id="2" creationId="{DAF77FE4-E4BB-C4EE-C3B2-68E122776FE1}"/>
          </ac:spMkLst>
        </pc:spChg>
        <pc:spChg chg="mod">
          <ac:chgData name="Toby Donaldson" userId="2e6e5431-bb17-4c41-9985-d39c50d83c73" providerId="ADAL" clId="{C61160E1-0255-704B-BA51-2EFFAECCB74B}" dt="2025-04-28T16:56:26.577" v="4615" actId="20577"/>
          <ac:spMkLst>
            <pc:docMk/>
            <pc:sldMk cId="27877428" sldId="256"/>
            <ac:spMk id="3" creationId="{130F3AFC-3EA8-9529-3538-029FD773F82F}"/>
          </ac:spMkLst>
        </pc:spChg>
      </pc:sldChg>
      <pc:sldChg chg="del">
        <pc:chgData name="Toby Donaldson" userId="2e6e5431-bb17-4c41-9985-d39c50d83c73" providerId="ADAL" clId="{C61160E1-0255-704B-BA51-2EFFAECCB74B}" dt="2025-04-28T04:24:01.129" v="4323" actId="2696"/>
        <pc:sldMkLst>
          <pc:docMk/>
          <pc:sldMk cId="2918905115" sldId="257"/>
        </pc:sldMkLst>
      </pc:sldChg>
      <pc:sldChg chg="del">
        <pc:chgData name="Toby Donaldson" userId="2e6e5431-bb17-4c41-9985-d39c50d83c73" providerId="ADAL" clId="{C61160E1-0255-704B-BA51-2EFFAECCB74B}" dt="2025-04-28T04:24:01.129" v="4323" actId="2696"/>
        <pc:sldMkLst>
          <pc:docMk/>
          <pc:sldMk cId="2148397020" sldId="262"/>
        </pc:sldMkLst>
      </pc:sldChg>
      <pc:sldChg chg="del">
        <pc:chgData name="Toby Donaldson" userId="2e6e5431-bb17-4c41-9985-d39c50d83c73" providerId="ADAL" clId="{C61160E1-0255-704B-BA51-2EFFAECCB74B}" dt="2025-04-28T04:24:01.129" v="4323" actId="2696"/>
        <pc:sldMkLst>
          <pc:docMk/>
          <pc:sldMk cId="797226878" sldId="265"/>
        </pc:sldMkLst>
      </pc:sldChg>
      <pc:sldChg chg="del">
        <pc:chgData name="Toby Donaldson" userId="2e6e5431-bb17-4c41-9985-d39c50d83c73" providerId="ADAL" clId="{C61160E1-0255-704B-BA51-2EFFAECCB74B}" dt="2025-04-28T04:24:01.129" v="4323" actId="2696"/>
        <pc:sldMkLst>
          <pc:docMk/>
          <pc:sldMk cId="126833579" sldId="266"/>
        </pc:sldMkLst>
      </pc:sldChg>
      <pc:sldChg chg="addSp delSp modSp new mod">
        <pc:chgData name="Toby Donaldson" userId="2e6e5431-bb17-4c41-9985-d39c50d83c73" providerId="ADAL" clId="{C61160E1-0255-704B-BA51-2EFFAECCB74B}" dt="2025-04-28T16:52:45.392" v="4530" actId="20577"/>
        <pc:sldMkLst>
          <pc:docMk/>
          <pc:sldMk cId="2908004929" sldId="267"/>
        </pc:sldMkLst>
        <pc:spChg chg="mod">
          <ac:chgData name="Toby Donaldson" userId="2e6e5431-bb17-4c41-9985-d39c50d83c73" providerId="ADAL" clId="{C61160E1-0255-704B-BA51-2EFFAECCB74B}" dt="2025-04-28T02:59:08.327" v="61" actId="20577"/>
          <ac:spMkLst>
            <pc:docMk/>
            <pc:sldMk cId="2908004929" sldId="267"/>
            <ac:spMk id="2" creationId="{8912D29A-F830-E169-3A9A-F3B9E86329A0}"/>
          </ac:spMkLst>
        </pc:spChg>
        <pc:spChg chg="mod">
          <ac:chgData name="Toby Donaldson" userId="2e6e5431-bb17-4c41-9985-d39c50d83c73" providerId="ADAL" clId="{C61160E1-0255-704B-BA51-2EFFAECCB74B}" dt="2025-04-28T16:52:45.392" v="4530" actId="20577"/>
          <ac:spMkLst>
            <pc:docMk/>
            <pc:sldMk cId="2908004929" sldId="267"/>
            <ac:spMk id="3" creationId="{63D7B7E3-F75C-1DF6-1D95-76C970DD222B}"/>
          </ac:spMkLst>
        </pc:spChg>
        <pc:spChg chg="add del mod">
          <ac:chgData name="Toby Donaldson" userId="2e6e5431-bb17-4c41-9985-d39c50d83c73" providerId="ADAL" clId="{C61160E1-0255-704B-BA51-2EFFAECCB74B}" dt="2025-04-28T03:07:15.890" v="596" actId="21"/>
          <ac:spMkLst>
            <pc:docMk/>
            <pc:sldMk cId="2908004929" sldId="267"/>
            <ac:spMk id="4" creationId="{8A378476-AB70-FAA0-2AB4-3A6FA49BC4C8}"/>
          </ac:spMkLst>
        </pc:spChg>
        <pc:picChg chg="add del mod">
          <ac:chgData name="Toby Donaldson" userId="2e6e5431-bb17-4c41-9985-d39c50d83c73" providerId="ADAL" clId="{C61160E1-0255-704B-BA51-2EFFAECCB74B}" dt="2025-04-28T16:52:38.934" v="4529" actId="21"/>
          <ac:picMkLst>
            <pc:docMk/>
            <pc:sldMk cId="2908004929" sldId="267"/>
            <ac:picMk id="1026" creationId="{A8D27750-84FB-9B41-270E-2E3C6C669E2B}"/>
          </ac:picMkLst>
        </pc:picChg>
      </pc:sldChg>
      <pc:sldChg chg="modSp add del mod">
        <pc:chgData name="Toby Donaldson" userId="2e6e5431-bb17-4c41-9985-d39c50d83c73" providerId="ADAL" clId="{C61160E1-0255-704B-BA51-2EFFAECCB74B}" dt="2025-04-28T04:06:55.602" v="3034" actId="2696"/>
        <pc:sldMkLst>
          <pc:docMk/>
          <pc:sldMk cId="3756081043" sldId="268"/>
        </pc:sldMkLst>
        <pc:spChg chg="mod">
          <ac:chgData name="Toby Donaldson" userId="2e6e5431-bb17-4c41-9985-d39c50d83c73" providerId="ADAL" clId="{C61160E1-0255-704B-BA51-2EFFAECCB74B}" dt="2025-04-28T03:11:42.238" v="1270" actId="20577"/>
          <ac:spMkLst>
            <pc:docMk/>
            <pc:sldMk cId="3756081043" sldId="268"/>
            <ac:spMk id="2" creationId="{77555302-D6E3-0ED3-1F05-03195AB1582C}"/>
          </ac:spMkLst>
        </pc:spChg>
        <pc:spChg chg="mod">
          <ac:chgData name="Toby Donaldson" userId="2e6e5431-bb17-4c41-9985-d39c50d83c73" providerId="ADAL" clId="{C61160E1-0255-704B-BA51-2EFFAECCB74B}" dt="2025-04-28T03:11:23.691" v="1257" actId="20577"/>
          <ac:spMkLst>
            <pc:docMk/>
            <pc:sldMk cId="3756081043" sldId="268"/>
            <ac:spMk id="3" creationId="{38982890-2A77-2F2E-43C3-D0686E7AEA8F}"/>
          </ac:spMkLst>
        </pc:spChg>
        <pc:picChg chg="mod">
          <ac:chgData name="Toby Donaldson" userId="2e6e5431-bb17-4c41-9985-d39c50d83c73" providerId="ADAL" clId="{C61160E1-0255-704B-BA51-2EFFAECCB74B}" dt="2025-04-28T03:08:42.460" v="826" actId="1076"/>
          <ac:picMkLst>
            <pc:docMk/>
            <pc:sldMk cId="3756081043" sldId="268"/>
            <ac:picMk id="1026" creationId="{76CDB0F0-4B88-1F75-3F29-88074154F0C7}"/>
          </ac:picMkLst>
        </pc:picChg>
      </pc:sldChg>
      <pc:sldChg chg="addSp delSp modSp add mod">
        <pc:chgData name="Toby Donaldson" userId="2e6e5431-bb17-4c41-9985-d39c50d83c73" providerId="ADAL" clId="{C61160E1-0255-704B-BA51-2EFFAECCB74B}" dt="2025-04-28T19:20:34.656" v="4741" actId="20577"/>
        <pc:sldMkLst>
          <pc:docMk/>
          <pc:sldMk cId="3817420854" sldId="269"/>
        </pc:sldMkLst>
        <pc:spChg chg="mod">
          <ac:chgData name="Toby Donaldson" userId="2e6e5431-bb17-4c41-9985-d39c50d83c73" providerId="ADAL" clId="{C61160E1-0255-704B-BA51-2EFFAECCB74B}" dt="2025-04-28T03:17:38.239" v="2118" actId="20577"/>
          <ac:spMkLst>
            <pc:docMk/>
            <pc:sldMk cId="3817420854" sldId="269"/>
            <ac:spMk id="2" creationId="{2A708E22-C8AD-B7A7-2CD4-25AA356E2F24}"/>
          </ac:spMkLst>
        </pc:spChg>
        <pc:spChg chg="mod">
          <ac:chgData name="Toby Donaldson" userId="2e6e5431-bb17-4c41-9985-d39c50d83c73" providerId="ADAL" clId="{C61160E1-0255-704B-BA51-2EFFAECCB74B}" dt="2025-04-28T19:20:34.656" v="4741" actId="20577"/>
          <ac:spMkLst>
            <pc:docMk/>
            <pc:sldMk cId="3817420854" sldId="269"/>
            <ac:spMk id="3" creationId="{DD6150FB-0D29-FCCC-D0E7-A1A963ADF237}"/>
          </ac:spMkLst>
        </pc:spChg>
        <pc:picChg chg="add mod">
          <ac:chgData name="Toby Donaldson" userId="2e6e5431-bb17-4c41-9985-d39c50d83c73" providerId="ADAL" clId="{C61160E1-0255-704B-BA51-2EFFAECCB74B}" dt="2025-04-28T03:18:27.225" v="2123" actId="14100"/>
          <ac:picMkLst>
            <pc:docMk/>
            <pc:sldMk cId="3817420854" sldId="269"/>
            <ac:picMk id="4" creationId="{5A989534-9F49-9075-059D-AE34711A8FD5}"/>
          </ac:picMkLst>
        </pc:picChg>
        <pc:picChg chg="del">
          <ac:chgData name="Toby Donaldson" userId="2e6e5431-bb17-4c41-9985-d39c50d83c73" providerId="ADAL" clId="{C61160E1-0255-704B-BA51-2EFFAECCB74B}" dt="2025-04-28T03:12:02.879" v="1304" actId="21"/>
          <ac:picMkLst>
            <pc:docMk/>
            <pc:sldMk cId="3817420854" sldId="269"/>
            <ac:picMk id="1026" creationId="{8809D434-955B-998E-DD7F-47A41C505A16}"/>
          </ac:picMkLst>
        </pc:picChg>
      </pc:sldChg>
      <pc:sldChg chg="addSp delSp modSp add mod">
        <pc:chgData name="Toby Donaldson" userId="2e6e5431-bb17-4c41-9985-d39c50d83c73" providerId="ADAL" clId="{C61160E1-0255-704B-BA51-2EFFAECCB74B}" dt="2025-04-28T18:06:32.550" v="4642" actId="14100"/>
        <pc:sldMkLst>
          <pc:docMk/>
          <pc:sldMk cId="3632727053" sldId="270"/>
        </pc:sldMkLst>
        <pc:spChg chg="mod">
          <ac:chgData name="Toby Donaldson" userId="2e6e5431-bb17-4c41-9985-d39c50d83c73" providerId="ADAL" clId="{C61160E1-0255-704B-BA51-2EFFAECCB74B}" dt="2025-04-28T03:18:54.031" v="2133" actId="20577"/>
          <ac:spMkLst>
            <pc:docMk/>
            <pc:sldMk cId="3632727053" sldId="270"/>
            <ac:spMk id="2" creationId="{415FB46D-FB26-064A-38CC-059321DE151B}"/>
          </ac:spMkLst>
        </pc:spChg>
        <pc:spChg chg="mod">
          <ac:chgData name="Toby Donaldson" userId="2e6e5431-bb17-4c41-9985-d39c50d83c73" providerId="ADAL" clId="{C61160E1-0255-704B-BA51-2EFFAECCB74B}" dt="2025-04-28T16:53:09.627" v="4539" actId="20577"/>
          <ac:spMkLst>
            <pc:docMk/>
            <pc:sldMk cId="3632727053" sldId="270"/>
            <ac:spMk id="3" creationId="{68821BC2-E442-5BEB-7207-B8EC1225D22B}"/>
          </ac:spMkLst>
        </pc:spChg>
        <pc:picChg chg="add del mod">
          <ac:chgData name="Toby Donaldson" userId="2e6e5431-bb17-4c41-9985-d39c50d83c73" providerId="ADAL" clId="{C61160E1-0255-704B-BA51-2EFFAECCB74B}" dt="2025-04-28T18:06:07.246" v="4635" actId="21"/>
          <ac:picMkLst>
            <pc:docMk/>
            <pc:sldMk cId="3632727053" sldId="270"/>
            <ac:picMk id="4" creationId="{C891EA1B-12AC-ABA5-F789-FF7F3D6F94EB}"/>
          </ac:picMkLst>
        </pc:picChg>
        <pc:picChg chg="add del mod">
          <ac:chgData name="Toby Donaldson" userId="2e6e5431-bb17-4c41-9985-d39c50d83c73" providerId="ADAL" clId="{C61160E1-0255-704B-BA51-2EFFAECCB74B}" dt="2025-04-28T18:03:01.594" v="4619" actId="21"/>
          <ac:picMkLst>
            <pc:docMk/>
            <pc:sldMk cId="3632727053" sldId="270"/>
            <ac:picMk id="5" creationId="{FFA7BB50-DC35-F3B6-73CA-2B032F397CFE}"/>
          </ac:picMkLst>
        </pc:picChg>
        <pc:picChg chg="add mod modCrop">
          <ac:chgData name="Toby Donaldson" userId="2e6e5431-bb17-4c41-9985-d39c50d83c73" providerId="ADAL" clId="{C61160E1-0255-704B-BA51-2EFFAECCB74B}" dt="2025-04-28T18:06:32.550" v="4642" actId="14100"/>
          <ac:picMkLst>
            <pc:docMk/>
            <pc:sldMk cId="3632727053" sldId="270"/>
            <ac:picMk id="7" creationId="{0948FF21-F300-2A0D-6EEC-F37EC6CD9E09}"/>
          </ac:picMkLst>
        </pc:picChg>
        <pc:picChg chg="add mod">
          <ac:chgData name="Toby Donaldson" userId="2e6e5431-bb17-4c41-9985-d39c50d83c73" providerId="ADAL" clId="{C61160E1-0255-704B-BA51-2EFFAECCB74B}" dt="2025-04-28T18:06:24.883" v="4639" actId="14100"/>
          <ac:picMkLst>
            <pc:docMk/>
            <pc:sldMk cId="3632727053" sldId="270"/>
            <ac:picMk id="8" creationId="{8B1EA359-F430-D239-795C-EDCFD04EF9BE}"/>
          </ac:picMkLst>
        </pc:picChg>
        <pc:picChg chg="del">
          <ac:chgData name="Toby Donaldson" userId="2e6e5431-bb17-4c41-9985-d39c50d83c73" providerId="ADAL" clId="{C61160E1-0255-704B-BA51-2EFFAECCB74B}" dt="2025-04-28T03:22:15.974" v="2530" actId="21"/>
          <ac:picMkLst>
            <pc:docMk/>
            <pc:sldMk cId="3632727053" sldId="270"/>
            <ac:picMk id="1026" creationId="{7AED1819-98B7-EC07-BC4C-34890D65D939}"/>
          </ac:picMkLst>
        </pc:picChg>
      </pc:sldChg>
      <pc:sldChg chg="addSp delSp modSp add mod">
        <pc:chgData name="Toby Donaldson" userId="2e6e5431-bb17-4c41-9985-d39c50d83c73" providerId="ADAL" clId="{C61160E1-0255-704B-BA51-2EFFAECCB74B}" dt="2025-04-28T18:08:37.541" v="4649" actId="14100"/>
        <pc:sldMkLst>
          <pc:docMk/>
          <pc:sldMk cId="3132464417" sldId="271"/>
        </pc:sldMkLst>
        <pc:spChg chg="mod">
          <ac:chgData name="Toby Donaldson" userId="2e6e5431-bb17-4c41-9985-d39c50d83c73" providerId="ADAL" clId="{C61160E1-0255-704B-BA51-2EFFAECCB74B}" dt="2025-04-28T03:32:57.176" v="3015" actId="2711"/>
          <ac:spMkLst>
            <pc:docMk/>
            <pc:sldMk cId="3132464417" sldId="271"/>
            <ac:spMk id="3" creationId="{6429A65D-90E0-2E8A-8C89-8668EC10570C}"/>
          </ac:spMkLst>
        </pc:spChg>
        <pc:spChg chg="add mod">
          <ac:chgData name="Toby Donaldson" userId="2e6e5431-bb17-4c41-9985-d39c50d83c73" providerId="ADAL" clId="{C61160E1-0255-704B-BA51-2EFFAECCB74B}" dt="2025-04-28T03:30:03.778" v="2922"/>
          <ac:spMkLst>
            <pc:docMk/>
            <pc:sldMk cId="3132464417" sldId="271"/>
            <ac:spMk id="8" creationId="{55102987-1B75-540D-6AEE-233392EB7F4F}"/>
          </ac:spMkLst>
        </pc:spChg>
        <pc:spChg chg="add mod">
          <ac:chgData name="Toby Donaldson" userId="2e6e5431-bb17-4c41-9985-d39c50d83c73" providerId="ADAL" clId="{C61160E1-0255-704B-BA51-2EFFAECCB74B}" dt="2025-04-28T03:32:48.346" v="3014" actId="20577"/>
          <ac:spMkLst>
            <pc:docMk/>
            <pc:sldMk cId="3132464417" sldId="271"/>
            <ac:spMk id="9" creationId="{16ACAF67-EDDE-A157-E298-E308CBFBA25C}"/>
          </ac:spMkLst>
        </pc:spChg>
        <pc:picChg chg="del mod">
          <ac:chgData name="Toby Donaldson" userId="2e6e5431-bb17-4c41-9985-d39c50d83c73" providerId="ADAL" clId="{C61160E1-0255-704B-BA51-2EFFAECCB74B}" dt="2025-04-28T03:26:37.177" v="2763" actId="21"/>
          <ac:picMkLst>
            <pc:docMk/>
            <pc:sldMk cId="3132464417" sldId="271"/>
            <ac:picMk id="4" creationId="{C80CA1D1-F021-76CA-8FC2-AB14843EF0DC}"/>
          </ac:picMkLst>
        </pc:picChg>
        <pc:picChg chg="add mod">
          <ac:chgData name="Toby Donaldson" userId="2e6e5431-bb17-4c41-9985-d39c50d83c73" providerId="ADAL" clId="{C61160E1-0255-704B-BA51-2EFFAECCB74B}" dt="2025-04-28T18:08:37.541" v="4649" actId="14100"/>
          <ac:picMkLst>
            <pc:docMk/>
            <pc:sldMk cId="3132464417" sldId="271"/>
            <ac:picMk id="4" creationId="{EBDD6865-5F1D-F465-8C11-D598A3527E46}"/>
          </ac:picMkLst>
        </pc:picChg>
        <pc:picChg chg="del">
          <ac:chgData name="Toby Donaldson" userId="2e6e5431-bb17-4c41-9985-d39c50d83c73" providerId="ADAL" clId="{C61160E1-0255-704B-BA51-2EFFAECCB74B}" dt="2025-04-28T03:24:12.609" v="2619" actId="21"/>
          <ac:picMkLst>
            <pc:docMk/>
            <pc:sldMk cId="3132464417" sldId="271"/>
            <ac:picMk id="5" creationId="{EDBE64DF-6A3C-B842-BC3D-911853F4E1E5}"/>
          </ac:picMkLst>
        </pc:picChg>
        <pc:picChg chg="add del mod">
          <ac:chgData name="Toby Donaldson" userId="2e6e5431-bb17-4c41-9985-d39c50d83c73" providerId="ADAL" clId="{C61160E1-0255-704B-BA51-2EFFAECCB74B}" dt="2025-04-28T18:08:26.064" v="4645" actId="21"/>
          <ac:picMkLst>
            <pc:docMk/>
            <pc:sldMk cId="3132464417" sldId="271"/>
            <ac:picMk id="7" creationId="{C451F983-291D-76B0-C3C0-2DB24BD70A97}"/>
          </ac:picMkLst>
        </pc:picChg>
      </pc:sldChg>
      <pc:sldChg chg="addSp delSp modSp add mod">
        <pc:chgData name="Toby Donaldson" userId="2e6e5431-bb17-4c41-9985-d39c50d83c73" providerId="ADAL" clId="{C61160E1-0255-704B-BA51-2EFFAECCB74B}" dt="2025-04-28T19:21:18.195" v="4745" actId="20577"/>
        <pc:sldMkLst>
          <pc:docMk/>
          <pc:sldMk cId="2159606859" sldId="272"/>
        </pc:sldMkLst>
        <pc:spChg chg="mod">
          <ac:chgData name="Toby Donaldson" userId="2e6e5431-bb17-4c41-9985-d39c50d83c73" providerId="ADAL" clId="{C61160E1-0255-704B-BA51-2EFFAECCB74B}" dt="2025-04-28T04:10:23.593" v="3226" actId="20577"/>
          <ac:spMkLst>
            <pc:docMk/>
            <pc:sldMk cId="2159606859" sldId="272"/>
            <ac:spMk id="2" creationId="{C01772CA-855B-9E4F-5669-ADFDEFA10923}"/>
          </ac:spMkLst>
        </pc:spChg>
        <pc:spChg chg="mod">
          <ac:chgData name="Toby Donaldson" userId="2e6e5431-bb17-4c41-9985-d39c50d83c73" providerId="ADAL" clId="{C61160E1-0255-704B-BA51-2EFFAECCB74B}" dt="2025-04-28T19:21:18.195" v="4745" actId="20577"/>
          <ac:spMkLst>
            <pc:docMk/>
            <pc:sldMk cId="2159606859" sldId="272"/>
            <ac:spMk id="3" creationId="{493EE971-F094-173A-A691-FCD088F88DEE}"/>
          </ac:spMkLst>
        </pc:spChg>
        <pc:picChg chg="del">
          <ac:chgData name="Toby Donaldson" userId="2e6e5431-bb17-4c41-9985-d39c50d83c73" providerId="ADAL" clId="{C61160E1-0255-704B-BA51-2EFFAECCB74B}" dt="2025-04-28T04:12:17.204" v="3549" actId="21"/>
          <ac:picMkLst>
            <pc:docMk/>
            <pc:sldMk cId="2159606859" sldId="272"/>
            <ac:picMk id="4" creationId="{CCFE125F-C1CE-2CC9-043E-F2CE584D721E}"/>
          </ac:picMkLst>
        </pc:picChg>
        <pc:picChg chg="add mod">
          <ac:chgData name="Toby Donaldson" userId="2e6e5431-bb17-4c41-9985-d39c50d83c73" providerId="ADAL" clId="{C61160E1-0255-704B-BA51-2EFFAECCB74B}" dt="2025-04-28T04:12:47.175" v="3554" actId="14100"/>
          <ac:picMkLst>
            <pc:docMk/>
            <pc:sldMk cId="2159606859" sldId="272"/>
            <ac:picMk id="6" creationId="{FDF8D675-5C2E-E736-76C9-2824F83E7C04}"/>
          </ac:picMkLst>
        </pc:picChg>
      </pc:sldChg>
      <pc:sldChg chg="addSp delSp modSp add mod">
        <pc:chgData name="Toby Donaldson" userId="2e6e5431-bb17-4c41-9985-d39c50d83c73" providerId="ADAL" clId="{C61160E1-0255-704B-BA51-2EFFAECCB74B}" dt="2025-04-28T16:51:55.402" v="4527" actId="1076"/>
        <pc:sldMkLst>
          <pc:docMk/>
          <pc:sldMk cId="310053703" sldId="273"/>
        </pc:sldMkLst>
        <pc:spChg chg="mod">
          <ac:chgData name="Toby Donaldson" userId="2e6e5431-bb17-4c41-9985-d39c50d83c73" providerId="ADAL" clId="{C61160E1-0255-704B-BA51-2EFFAECCB74B}" dt="2025-04-28T04:13:38.392" v="3682" actId="20577"/>
          <ac:spMkLst>
            <pc:docMk/>
            <pc:sldMk cId="310053703" sldId="273"/>
            <ac:spMk id="2" creationId="{DE75E4B1-5601-31CA-7D01-FADD0FB0CC4A}"/>
          </ac:spMkLst>
        </pc:spChg>
        <pc:spChg chg="mod">
          <ac:chgData name="Toby Donaldson" userId="2e6e5431-bb17-4c41-9985-d39c50d83c73" providerId="ADAL" clId="{C61160E1-0255-704B-BA51-2EFFAECCB74B}" dt="2025-04-28T16:43:40.886" v="4367" actId="27636"/>
          <ac:spMkLst>
            <pc:docMk/>
            <pc:sldMk cId="310053703" sldId="273"/>
            <ac:spMk id="3" creationId="{61353161-EB4C-DF5A-E23A-6EBE6A616C93}"/>
          </ac:spMkLst>
        </pc:spChg>
        <pc:picChg chg="add mod">
          <ac:chgData name="Toby Donaldson" userId="2e6e5431-bb17-4c41-9985-d39c50d83c73" providerId="ADAL" clId="{C61160E1-0255-704B-BA51-2EFFAECCB74B}" dt="2025-04-28T16:51:55.402" v="4527" actId="1076"/>
          <ac:picMkLst>
            <pc:docMk/>
            <pc:sldMk cId="310053703" sldId="273"/>
            <ac:picMk id="5" creationId="{0C0C50E7-4B85-78E6-3877-5861A8940C7A}"/>
          </ac:picMkLst>
        </pc:picChg>
        <pc:picChg chg="del mod">
          <ac:chgData name="Toby Donaldson" userId="2e6e5431-bb17-4c41-9985-d39c50d83c73" providerId="ADAL" clId="{C61160E1-0255-704B-BA51-2EFFAECCB74B}" dt="2025-04-28T16:51:51.806" v="4526" actId="21"/>
          <ac:picMkLst>
            <pc:docMk/>
            <pc:sldMk cId="310053703" sldId="273"/>
            <ac:picMk id="6" creationId="{6906144B-5DD3-E3DD-BCD8-C8B7CE6FF7C8}"/>
          </ac:picMkLst>
        </pc:picChg>
      </pc:sldChg>
      <pc:sldChg chg="addSp delSp modSp add del mod">
        <pc:chgData name="Toby Donaldson" userId="2e6e5431-bb17-4c41-9985-d39c50d83c73" providerId="ADAL" clId="{C61160E1-0255-704B-BA51-2EFFAECCB74B}" dt="2025-04-28T16:56:04.088" v="4551" actId="21"/>
        <pc:sldMkLst>
          <pc:docMk/>
          <pc:sldMk cId="1184923564" sldId="274"/>
        </pc:sldMkLst>
        <pc:picChg chg="add del mod">
          <ac:chgData name="Toby Donaldson" userId="2e6e5431-bb17-4c41-9985-d39c50d83c73" providerId="ADAL" clId="{C61160E1-0255-704B-BA51-2EFFAECCB74B}" dt="2025-04-28T16:56:04.088" v="4551" actId="21"/>
          <ac:picMkLst>
            <pc:docMk/>
            <pc:sldMk cId="1184923564" sldId="274"/>
            <ac:picMk id="5" creationId="{1036AD1E-6256-697F-204E-FDEF459C7553}"/>
          </ac:picMkLst>
        </pc:picChg>
      </pc:sldChg>
      <pc:sldChg chg="add">
        <pc:chgData name="Toby Donaldson" userId="2e6e5431-bb17-4c41-9985-d39c50d83c73" providerId="ADAL" clId="{C61160E1-0255-704B-BA51-2EFFAECCB74B}" dt="2025-04-28T16:55:59.297" v="4550" actId="2890"/>
        <pc:sldMkLst>
          <pc:docMk/>
          <pc:sldMk cId="942313148" sldId="275"/>
        </pc:sldMkLst>
      </pc:sldChg>
    </pc:docChg>
  </pc:docChgLst>
  <pc:docChgLst>
    <pc:chgData name="Toby Donaldson" userId="2e6e5431-bb17-4c41-9985-d39c50d83c73" providerId="ADAL" clId="{53C9C572-7B7D-6E4B-96F0-44C00F5EFC6C}"/>
    <pc:docChg chg="undo custSel addSld delSld modSld sldOrd">
      <pc:chgData name="Toby Donaldson" userId="2e6e5431-bb17-4c41-9985-d39c50d83c73" providerId="ADAL" clId="{53C9C572-7B7D-6E4B-96F0-44C00F5EFC6C}" dt="2025-04-28T02:52:39.067" v="1055" actId="113"/>
      <pc:docMkLst>
        <pc:docMk/>
      </pc:docMkLst>
      <pc:sldChg chg="modSp mod">
        <pc:chgData name="Toby Donaldson" userId="2e6e5431-bb17-4c41-9985-d39c50d83c73" providerId="ADAL" clId="{53C9C572-7B7D-6E4B-96F0-44C00F5EFC6C}" dt="2025-04-28T02:41:30.764" v="449" actId="20577"/>
        <pc:sldMkLst>
          <pc:docMk/>
          <pc:sldMk cId="27877428" sldId="256"/>
        </pc:sldMkLst>
        <pc:spChg chg="mod">
          <ac:chgData name="Toby Donaldson" userId="2e6e5431-bb17-4c41-9985-d39c50d83c73" providerId="ADAL" clId="{53C9C572-7B7D-6E4B-96F0-44C00F5EFC6C}" dt="2025-04-28T02:41:28.051" v="448" actId="20577"/>
          <ac:spMkLst>
            <pc:docMk/>
            <pc:sldMk cId="27877428" sldId="256"/>
            <ac:spMk id="2" creationId="{DAF77FE4-E4BB-C4EE-C3B2-68E122776FE1}"/>
          </ac:spMkLst>
        </pc:spChg>
        <pc:spChg chg="mod">
          <ac:chgData name="Toby Donaldson" userId="2e6e5431-bb17-4c41-9985-d39c50d83c73" providerId="ADAL" clId="{53C9C572-7B7D-6E4B-96F0-44C00F5EFC6C}" dt="2025-04-28T02:41:30.764" v="449" actId="20577"/>
          <ac:spMkLst>
            <pc:docMk/>
            <pc:sldMk cId="27877428" sldId="256"/>
            <ac:spMk id="3" creationId="{130F3AFC-3EA8-9529-3538-029FD773F82F}"/>
          </ac:spMkLst>
        </pc:spChg>
      </pc:sldChg>
      <pc:sldChg chg="addSp delSp modSp mod setBg">
        <pc:chgData name="Toby Donaldson" userId="2e6e5431-bb17-4c41-9985-d39c50d83c73" providerId="ADAL" clId="{53C9C572-7B7D-6E4B-96F0-44C00F5EFC6C}" dt="2025-04-28T02:46:11.148" v="884" actId="113"/>
        <pc:sldMkLst>
          <pc:docMk/>
          <pc:sldMk cId="2918905115" sldId="257"/>
        </pc:sldMkLst>
        <pc:spChg chg="add mod">
          <ac:chgData name="Toby Donaldson" userId="2e6e5431-bb17-4c41-9985-d39c50d83c73" providerId="ADAL" clId="{53C9C572-7B7D-6E4B-96F0-44C00F5EFC6C}" dt="2025-04-28T02:46:11.148" v="884" actId="113"/>
          <ac:spMkLst>
            <pc:docMk/>
            <pc:sldMk cId="2918905115" sldId="257"/>
            <ac:spMk id="3" creationId="{2C0EB5A3-C344-578D-0BC9-0D7C9EBC88C9}"/>
          </ac:spMkLst>
        </pc:spChg>
        <pc:spChg chg="add del">
          <ac:chgData name="Toby Donaldson" userId="2e6e5431-bb17-4c41-9985-d39c50d83c73" providerId="ADAL" clId="{53C9C572-7B7D-6E4B-96F0-44C00F5EFC6C}" dt="2025-04-27T14:00:35.377" v="106" actId="26606"/>
          <ac:spMkLst>
            <pc:docMk/>
            <pc:sldMk cId="2918905115" sldId="257"/>
            <ac:spMk id="1031" creationId="{69D184B2-2226-4E31-BCCB-444330767440}"/>
          </ac:spMkLst>
        </pc:spChg>
        <pc:spChg chg="add del">
          <ac:chgData name="Toby Donaldson" userId="2e6e5431-bb17-4c41-9985-d39c50d83c73" providerId="ADAL" clId="{53C9C572-7B7D-6E4B-96F0-44C00F5EFC6C}" dt="2025-04-27T14:00:35.377" v="106" actId="26606"/>
          <ac:spMkLst>
            <pc:docMk/>
            <pc:sldMk cId="2918905115" sldId="257"/>
            <ac:spMk id="1033" creationId="{1AC4D4E3-486A-464A-8EC8-D44881097267}"/>
          </ac:spMkLst>
        </pc:spChg>
        <pc:spChg chg="add del">
          <ac:chgData name="Toby Donaldson" userId="2e6e5431-bb17-4c41-9985-d39c50d83c73" providerId="ADAL" clId="{53C9C572-7B7D-6E4B-96F0-44C00F5EFC6C}" dt="2025-04-27T14:00:35.377" v="106" actId="26606"/>
          <ac:spMkLst>
            <pc:docMk/>
            <pc:sldMk cId="2918905115" sldId="257"/>
            <ac:spMk id="1035" creationId="{864DE13E-58EB-4475-B79C-0D4FC651239B}"/>
          </ac:spMkLst>
        </pc:spChg>
        <pc:picChg chg="add mod">
          <ac:chgData name="Toby Donaldson" userId="2e6e5431-bb17-4c41-9985-d39c50d83c73" providerId="ADAL" clId="{53C9C572-7B7D-6E4B-96F0-44C00F5EFC6C}" dt="2025-04-28T02:41:40.925" v="450" actId="1076"/>
          <ac:picMkLst>
            <pc:docMk/>
            <pc:sldMk cId="2918905115" sldId="257"/>
            <ac:picMk id="2" creationId="{385D1F0D-E8C2-6DE2-CA1B-49DF9A844BD4}"/>
          </ac:picMkLst>
        </pc:picChg>
        <pc:picChg chg="mod">
          <ac:chgData name="Toby Donaldson" userId="2e6e5431-bb17-4c41-9985-d39c50d83c73" providerId="ADAL" clId="{53C9C572-7B7D-6E4B-96F0-44C00F5EFC6C}" dt="2025-04-28T02:41:40.925" v="450" actId="1076"/>
          <ac:picMkLst>
            <pc:docMk/>
            <pc:sldMk cId="2918905115" sldId="257"/>
            <ac:picMk id="1026" creationId="{AFD8503F-34BE-8CC0-6737-CD639A7E0945}"/>
          </ac:picMkLst>
        </pc:picChg>
        <pc:cxnChg chg="add del">
          <ac:chgData name="Toby Donaldson" userId="2e6e5431-bb17-4c41-9985-d39c50d83c73" providerId="ADAL" clId="{53C9C572-7B7D-6E4B-96F0-44C00F5EFC6C}" dt="2025-04-27T14:00:35.377" v="106" actId="26606"/>
          <ac:cxnSpMkLst>
            <pc:docMk/>
            <pc:sldMk cId="2918905115" sldId="257"/>
            <ac:cxnSpMk id="1037" creationId="{02E9B2EE-76CA-47F3-9977-3F2FCB7FD252}"/>
          </ac:cxnSpMkLst>
        </pc:cxnChg>
      </pc:sldChg>
      <pc:sldChg chg="del">
        <pc:chgData name="Toby Donaldson" userId="2e6e5431-bb17-4c41-9985-d39c50d83c73" providerId="ADAL" clId="{53C9C572-7B7D-6E4B-96F0-44C00F5EFC6C}" dt="2025-04-27T14:00:57.374" v="112" actId="2696"/>
        <pc:sldMkLst>
          <pc:docMk/>
          <pc:sldMk cId="782237697" sldId="258"/>
        </pc:sldMkLst>
      </pc:sldChg>
      <pc:sldChg chg="addSp modSp del mod">
        <pc:chgData name="Toby Donaldson" userId="2e6e5431-bb17-4c41-9985-d39c50d83c73" providerId="ADAL" clId="{53C9C572-7B7D-6E4B-96F0-44C00F5EFC6C}" dt="2025-04-28T02:33:37.119" v="224" actId="2696"/>
        <pc:sldMkLst>
          <pc:docMk/>
          <pc:sldMk cId="3857873483" sldId="260"/>
        </pc:sldMkLst>
        <pc:spChg chg="add mod">
          <ac:chgData name="Toby Donaldson" userId="2e6e5431-bb17-4c41-9985-d39c50d83c73" providerId="ADAL" clId="{53C9C572-7B7D-6E4B-96F0-44C00F5EFC6C}" dt="2025-04-27T14:02:37.026" v="126" actId="1076"/>
          <ac:spMkLst>
            <pc:docMk/>
            <pc:sldMk cId="3857873483" sldId="260"/>
            <ac:spMk id="2" creationId="{3CF14824-4080-EFC1-C308-511D50F6DA3A}"/>
          </ac:spMkLst>
        </pc:spChg>
        <pc:spChg chg="add mod">
          <ac:chgData name="Toby Donaldson" userId="2e6e5431-bb17-4c41-9985-d39c50d83c73" providerId="ADAL" clId="{53C9C572-7B7D-6E4B-96F0-44C00F5EFC6C}" dt="2025-04-27T14:03:49.721" v="129" actId="1076"/>
          <ac:spMkLst>
            <pc:docMk/>
            <pc:sldMk cId="3857873483" sldId="260"/>
            <ac:spMk id="3" creationId="{CC98D64E-74D7-ED81-3A37-09999A580B75}"/>
          </ac:spMkLst>
        </pc:spChg>
        <pc:spChg chg="mod">
          <ac:chgData name="Toby Donaldson" userId="2e6e5431-bb17-4c41-9985-d39c50d83c73" providerId="ADAL" clId="{53C9C572-7B7D-6E4B-96F0-44C00F5EFC6C}" dt="2025-04-27T14:02:00.806" v="117" actId="14100"/>
          <ac:spMkLst>
            <pc:docMk/>
            <pc:sldMk cId="3857873483" sldId="260"/>
            <ac:spMk id="4" creationId="{5D3665D1-6D0D-2AC6-72B5-BBF8864A6EE3}"/>
          </ac:spMkLst>
        </pc:spChg>
        <pc:spChg chg="mod">
          <ac:chgData name="Toby Donaldson" userId="2e6e5431-bb17-4c41-9985-d39c50d83c73" providerId="ADAL" clId="{53C9C572-7B7D-6E4B-96F0-44C00F5EFC6C}" dt="2025-04-27T14:01:52.626" v="115" actId="1076"/>
          <ac:spMkLst>
            <pc:docMk/>
            <pc:sldMk cId="3857873483" sldId="260"/>
            <ac:spMk id="5" creationId="{E498036E-1464-F79C-0EA5-1A39D6991ACD}"/>
          </ac:spMkLst>
        </pc:spChg>
        <pc:spChg chg="mod">
          <ac:chgData name="Toby Donaldson" userId="2e6e5431-bb17-4c41-9985-d39c50d83c73" providerId="ADAL" clId="{53C9C572-7B7D-6E4B-96F0-44C00F5EFC6C}" dt="2025-04-27T14:01:52.626" v="115" actId="1076"/>
          <ac:spMkLst>
            <pc:docMk/>
            <pc:sldMk cId="3857873483" sldId="260"/>
            <ac:spMk id="6" creationId="{9E897918-1621-427B-9A72-CAB86FD7FFC1}"/>
          </ac:spMkLst>
        </pc:spChg>
        <pc:grpChg chg="add mod">
          <ac:chgData name="Toby Donaldson" userId="2e6e5431-bb17-4c41-9985-d39c50d83c73" providerId="ADAL" clId="{53C9C572-7B7D-6E4B-96F0-44C00F5EFC6C}" dt="2025-04-27T14:03:55.726" v="130" actId="1076"/>
          <ac:grpSpMkLst>
            <pc:docMk/>
            <pc:sldMk cId="3857873483" sldId="260"/>
            <ac:grpSpMk id="7" creationId="{CADB095B-1314-28B1-2125-C5055D6F8397}"/>
          </ac:grpSpMkLst>
        </pc:grpChg>
        <pc:picChg chg="add mod">
          <ac:chgData name="Toby Donaldson" userId="2e6e5431-bb17-4c41-9985-d39c50d83c73" providerId="ADAL" clId="{53C9C572-7B7D-6E4B-96F0-44C00F5EFC6C}" dt="2025-04-27T14:04:39.608" v="218" actId="14100"/>
          <ac:picMkLst>
            <pc:docMk/>
            <pc:sldMk cId="3857873483" sldId="260"/>
            <ac:picMk id="8" creationId="{E2F88D64-0BEC-EF89-4E21-EC4576E43052}"/>
          </ac:picMkLst>
        </pc:picChg>
        <pc:picChg chg="mod">
          <ac:chgData name="Toby Donaldson" userId="2e6e5431-bb17-4c41-9985-d39c50d83c73" providerId="ADAL" clId="{53C9C572-7B7D-6E4B-96F0-44C00F5EFC6C}" dt="2025-04-27T14:02:22.558" v="124" actId="1076"/>
          <ac:picMkLst>
            <pc:docMk/>
            <pc:sldMk cId="3857873483" sldId="260"/>
            <ac:picMk id="9" creationId="{3E8ECC26-5D76-C133-3B1D-22A48EC7FF33}"/>
          </ac:picMkLst>
        </pc:picChg>
      </pc:sldChg>
      <pc:sldChg chg="modSp del mod">
        <pc:chgData name="Toby Donaldson" userId="2e6e5431-bb17-4c41-9985-d39c50d83c73" providerId="ADAL" clId="{53C9C572-7B7D-6E4B-96F0-44C00F5EFC6C}" dt="2025-04-28T02:47:53.728" v="927" actId="2696"/>
        <pc:sldMkLst>
          <pc:docMk/>
          <pc:sldMk cId="1993718180" sldId="261"/>
        </pc:sldMkLst>
        <pc:spChg chg="mod">
          <ac:chgData name="Toby Donaldson" userId="2e6e5431-bb17-4c41-9985-d39c50d83c73" providerId="ADAL" clId="{53C9C572-7B7D-6E4B-96F0-44C00F5EFC6C}" dt="2025-04-27T13:53:54.003" v="68" actId="20577"/>
          <ac:spMkLst>
            <pc:docMk/>
            <pc:sldMk cId="1993718180" sldId="261"/>
            <ac:spMk id="6" creationId="{598F9C9B-232A-299D-5121-0C35CA2C74CA}"/>
          </ac:spMkLst>
        </pc:spChg>
      </pc:sldChg>
      <pc:sldChg chg="addSp modSp mod">
        <pc:chgData name="Toby Donaldson" userId="2e6e5431-bb17-4c41-9985-d39c50d83c73" providerId="ADAL" clId="{53C9C572-7B7D-6E4B-96F0-44C00F5EFC6C}" dt="2025-04-28T02:52:39.067" v="1055" actId="113"/>
        <pc:sldMkLst>
          <pc:docMk/>
          <pc:sldMk cId="2148397020" sldId="262"/>
        </pc:sldMkLst>
        <pc:spChg chg="add mod">
          <ac:chgData name="Toby Donaldson" userId="2e6e5431-bb17-4c41-9985-d39c50d83c73" providerId="ADAL" clId="{53C9C572-7B7D-6E4B-96F0-44C00F5EFC6C}" dt="2025-04-28T02:51:04.588" v="958" actId="14100"/>
          <ac:spMkLst>
            <pc:docMk/>
            <pc:sldMk cId="2148397020" sldId="262"/>
            <ac:spMk id="2" creationId="{6768EF64-6554-C902-11FD-7C728F5B4D6F}"/>
          </ac:spMkLst>
        </pc:spChg>
        <pc:spChg chg="add mod">
          <ac:chgData name="Toby Donaldson" userId="2e6e5431-bb17-4c41-9985-d39c50d83c73" providerId="ADAL" clId="{53C9C572-7B7D-6E4B-96F0-44C00F5EFC6C}" dt="2025-04-28T02:52:39.067" v="1055" actId="113"/>
          <ac:spMkLst>
            <pc:docMk/>
            <pc:sldMk cId="2148397020" sldId="262"/>
            <ac:spMk id="3" creationId="{31CC3E19-372F-DF50-114A-0875090525C7}"/>
          </ac:spMkLst>
        </pc:spChg>
        <pc:picChg chg="mod modCrop">
          <ac:chgData name="Toby Donaldson" userId="2e6e5431-bb17-4c41-9985-d39c50d83c73" providerId="ADAL" clId="{53C9C572-7B7D-6E4B-96F0-44C00F5EFC6C}" dt="2025-04-28T02:51:12.281" v="959" actId="1076"/>
          <ac:picMkLst>
            <pc:docMk/>
            <pc:sldMk cId="2148397020" sldId="262"/>
            <ac:picMk id="11" creationId="{5916D318-0B7D-F139-BC30-433D0CF4D5C9}"/>
          </ac:picMkLst>
        </pc:picChg>
      </pc:sldChg>
      <pc:sldChg chg="add del">
        <pc:chgData name="Toby Donaldson" userId="2e6e5431-bb17-4c41-9985-d39c50d83c73" providerId="ADAL" clId="{53C9C572-7B7D-6E4B-96F0-44C00F5EFC6C}" dt="2025-04-28T02:47:49.965" v="926" actId="2696"/>
        <pc:sldMkLst>
          <pc:docMk/>
          <pc:sldMk cId="2899849412" sldId="263"/>
        </pc:sldMkLst>
      </pc:sldChg>
      <pc:sldChg chg="add del">
        <pc:chgData name="Toby Donaldson" userId="2e6e5431-bb17-4c41-9985-d39c50d83c73" providerId="ADAL" clId="{53C9C572-7B7D-6E4B-96F0-44C00F5EFC6C}" dt="2025-04-28T02:47:57.032" v="928" actId="2696"/>
        <pc:sldMkLst>
          <pc:docMk/>
          <pc:sldMk cId="3610846145" sldId="264"/>
        </pc:sldMkLst>
      </pc:sldChg>
      <pc:sldChg chg="modSp add mod">
        <pc:chgData name="Toby Donaldson" userId="2e6e5431-bb17-4c41-9985-d39c50d83c73" providerId="ADAL" clId="{53C9C572-7B7D-6E4B-96F0-44C00F5EFC6C}" dt="2025-04-28T02:47:42.922" v="925" actId="20577"/>
        <pc:sldMkLst>
          <pc:docMk/>
          <pc:sldMk cId="797226878" sldId="265"/>
        </pc:sldMkLst>
        <pc:spChg chg="mod">
          <ac:chgData name="Toby Donaldson" userId="2e6e5431-bb17-4c41-9985-d39c50d83c73" providerId="ADAL" clId="{53C9C572-7B7D-6E4B-96F0-44C00F5EFC6C}" dt="2025-04-28T02:47:42.922" v="925" actId="20577"/>
          <ac:spMkLst>
            <pc:docMk/>
            <pc:sldMk cId="797226878" sldId="265"/>
            <ac:spMk id="3" creationId="{29125EB9-4E46-D31B-A543-1C250CF71A01}"/>
          </ac:spMkLst>
        </pc:spChg>
        <pc:spChg chg="mod">
          <ac:chgData name="Toby Donaldson" userId="2e6e5431-bb17-4c41-9985-d39c50d83c73" providerId="ADAL" clId="{53C9C572-7B7D-6E4B-96F0-44C00F5EFC6C}" dt="2025-04-28T02:39:51.315" v="381" actId="20577"/>
          <ac:spMkLst>
            <pc:docMk/>
            <pc:sldMk cId="797226878" sldId="265"/>
            <ac:spMk id="6" creationId="{25D47961-2BF7-B4D1-A943-778FC037B2DA}"/>
          </ac:spMkLst>
        </pc:spChg>
        <pc:picChg chg="mod">
          <ac:chgData name="Toby Donaldson" userId="2e6e5431-bb17-4c41-9985-d39c50d83c73" providerId="ADAL" clId="{53C9C572-7B7D-6E4B-96F0-44C00F5EFC6C}" dt="2025-04-28T02:47:35.096" v="910" actId="1076"/>
          <ac:picMkLst>
            <pc:docMk/>
            <pc:sldMk cId="797226878" sldId="265"/>
            <ac:picMk id="8" creationId="{BED9100E-25D0-0111-62CF-6F371F2E93BA}"/>
          </ac:picMkLst>
        </pc:picChg>
        <pc:picChg chg="mod">
          <ac:chgData name="Toby Donaldson" userId="2e6e5431-bb17-4c41-9985-d39c50d83c73" providerId="ADAL" clId="{53C9C572-7B7D-6E4B-96F0-44C00F5EFC6C}" dt="2025-04-28T02:39:37.526" v="363" actId="1076"/>
          <ac:picMkLst>
            <pc:docMk/>
            <pc:sldMk cId="797226878" sldId="265"/>
            <ac:picMk id="9" creationId="{46683DE8-29DD-20BB-5FA9-D133CC812C69}"/>
          </ac:picMkLst>
        </pc:picChg>
      </pc:sldChg>
      <pc:sldChg chg="delSp add mod ord">
        <pc:chgData name="Toby Donaldson" userId="2e6e5431-bb17-4c41-9985-d39c50d83c73" providerId="ADAL" clId="{53C9C572-7B7D-6E4B-96F0-44C00F5EFC6C}" dt="2025-04-28T02:41:01.162" v="423" actId="20578"/>
        <pc:sldMkLst>
          <pc:docMk/>
          <pc:sldMk cId="126833579" sldId="266"/>
        </pc:sldMkLst>
        <pc:spChg chg="del topLvl">
          <ac:chgData name="Toby Donaldson" userId="2e6e5431-bb17-4c41-9985-d39c50d83c73" providerId="ADAL" clId="{53C9C572-7B7D-6E4B-96F0-44C00F5EFC6C}" dt="2025-04-28T02:40:57.706" v="422" actId="21"/>
          <ac:spMkLst>
            <pc:docMk/>
            <pc:sldMk cId="126833579" sldId="266"/>
            <ac:spMk id="2" creationId="{A176E04A-48B1-0A8F-1EF8-FAF7FED15AC3}"/>
          </ac:spMkLst>
        </pc:spChg>
        <pc:spChg chg="del topLvl">
          <ac:chgData name="Toby Donaldson" userId="2e6e5431-bb17-4c41-9985-d39c50d83c73" providerId="ADAL" clId="{53C9C572-7B7D-6E4B-96F0-44C00F5EFC6C}" dt="2025-04-28T02:40:45.585" v="421" actId="21"/>
          <ac:spMkLst>
            <pc:docMk/>
            <pc:sldMk cId="126833579" sldId="266"/>
            <ac:spMk id="3" creationId="{A21A8702-8DD5-B737-E2DC-5D31CC04FBD1}"/>
          </ac:spMkLst>
        </pc:spChg>
        <pc:grpChg chg="del">
          <ac:chgData name="Toby Donaldson" userId="2e6e5431-bb17-4c41-9985-d39c50d83c73" providerId="ADAL" clId="{53C9C572-7B7D-6E4B-96F0-44C00F5EFC6C}" dt="2025-04-28T02:40:45.585" v="421" actId="21"/>
          <ac:grpSpMkLst>
            <pc:docMk/>
            <pc:sldMk cId="126833579" sldId="266"/>
            <ac:grpSpMk id="7" creationId="{55E3E81D-55DC-3DBD-68EC-B52363CCB1D6}"/>
          </ac:grpSpMkLst>
        </pc:grpChg>
        <pc:picChg chg="del">
          <ac:chgData name="Toby Donaldson" userId="2e6e5431-bb17-4c41-9985-d39c50d83c73" providerId="ADAL" clId="{53C9C572-7B7D-6E4B-96F0-44C00F5EFC6C}" dt="2025-04-28T02:40:57.706" v="422" actId="21"/>
          <ac:picMkLst>
            <pc:docMk/>
            <pc:sldMk cId="126833579" sldId="266"/>
            <ac:picMk id="8" creationId="{C1E2D667-FF4A-BDF0-C3B0-333EC234F5D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6B09-53A9-3F34-F0A7-9AFCC65DB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F644-2798-7B0D-DA99-3E93BAAFE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A11A-FE9B-CC76-C1A4-3192C75C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03B7-93C7-C3F5-A467-06D5553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52FB3-8786-4A11-74AC-E15C5338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3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E1EC-C505-1F93-05D1-1231049F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BF54-9C63-9CD7-1E65-1381A8E60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885F-2A03-3DE2-9A4E-4C89F64F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4F9A-C21D-62A8-3465-95080E8B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ACB3-B02B-FBFF-81F3-751EE1F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1F9-9088-B103-5E7C-4FE16C35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F0A8-F11D-DBDB-F91D-182A5C5E8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4B094-FECE-4077-7AFE-458084E2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7E735-2320-DE26-6CC2-3032E61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41B1-59CC-5282-9927-D7FF21A1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1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3A87-0877-A334-D513-620B71B8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5487-2A22-443B-046A-58EB1F96A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7694B-99B0-A50B-F42F-B74F20D7C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1EAC4-1877-8417-E3C0-5B81DDCB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DAD0C-B9BC-5F73-434F-24A71B7F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8E073-2DC6-6B7F-1286-EFF8ADE4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7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88F2-5600-CDAB-4080-99964404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9165-846C-7CFD-96B8-CD5C9197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C817-6F90-8B9E-7309-8365F7AC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D3E1-9920-DB59-40BC-D81E06EB3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91358-4F9D-8D4C-0307-30300F839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8ABD9-A05B-CE2F-E30E-BD90AAAA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EC23E-DB6E-EDDD-72CB-179B4468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050BA-4188-E781-A988-ADCCBFBC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3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768A-3CAD-FB93-C1B2-28B07030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43C09-DF15-24E3-B6B3-279991B3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956F0-F38D-B13C-A6BA-6F9DBEA6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44F4-F549-3345-CB14-716CB6FF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3DC4E-095F-E3E9-2E01-77138A5C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CFE99-38C0-E965-0411-C8C490C9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A0718-4278-5E7D-1533-D2321D9C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2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5EE6-56E8-8B50-C97C-7C6040A9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858D1-F1CC-132D-3CF9-5C50F4F8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FC41E-A03E-2B3C-8124-CFB96F1E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675C4-5BFC-D4ED-96F8-998FEC65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D1EC2-7C9C-07AE-9A83-B0F43888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F52B9-E097-BBEF-BCE8-C100025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8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801B-7E3A-82C1-8703-F50D70E5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AE0D5-46DD-2F77-5566-701AEFAEF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620E-F7C4-6DBC-4707-B9EC765F3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D606B-F082-539D-7FB1-20FBB273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4F67E-C70F-1C06-E570-44FF9A6D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40382-EBE6-9561-74A9-7D487B02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6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E7BD-FCFD-A092-9FFE-6D7DEB7B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E9A06-9CCB-3BCC-7B6A-C7E7B3414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90403-34B1-7AA9-DE08-540533E6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E5BE-950F-8A49-BD40-3F79EC2C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0F40-57E4-EBDA-9CAC-5C2F8121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7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32DF-BD21-E64C-3F78-FACD61978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D2197-351E-8ADE-CF61-C7B111072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1765A-893D-CCA3-3432-F2E4D756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FE84-32FC-3B39-D38E-30CBAD76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304CF-4CDE-ABD7-5AE8-4AC91C55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1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F66EE-6E2D-32E8-7332-AE3ABC5A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83F5-49FD-7F4C-484B-A3B81655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781B-065A-70CC-5316-C2546558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E2683-176A-8347-B828-AB3139E6C601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65033-92E1-D00F-4436-15025740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E348D-7883-EDE4-1AF3-A037A04B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9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7FE4-E4BB-C4EE-C3B2-68E122776F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Nifty Assignment: </a:t>
            </a:r>
            <a:r>
              <a:rPr lang="en-US" dirty="0" err="1"/>
              <a:t>Decaboard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F3AFC-3EA8-9529-3538-029FD773F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WCCCE 2025</a:t>
            </a:r>
          </a:p>
          <a:p>
            <a:endParaRPr lang="en-US" dirty="0"/>
          </a:p>
          <a:p>
            <a:r>
              <a:rPr lang="en-US" dirty="0"/>
              <a:t>Toby Donaldson, Simon Fraser University</a:t>
            </a:r>
          </a:p>
        </p:txBody>
      </p:sp>
    </p:spTree>
    <p:extLst>
      <p:ext uri="{BB962C8B-B14F-4D97-AF65-F5344CB8AC3E}">
        <p14:creationId xmlns:p14="http://schemas.microsoft.com/office/powerpoint/2010/main" val="2787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D29A-F830-E169-3A9A-F3B9E863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7B7E3-F75C-1DF6-1D95-76C970DD2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690688"/>
            <a:ext cx="637760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wanted a fun and visual assignment for beginners with a “low floor, high ceiling”.</a:t>
            </a:r>
          </a:p>
        </p:txBody>
      </p:sp>
    </p:spTree>
    <p:extLst>
      <p:ext uri="{BB962C8B-B14F-4D97-AF65-F5344CB8AC3E}">
        <p14:creationId xmlns:p14="http://schemas.microsoft.com/office/powerpoint/2010/main" val="290800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C7AE-9735-7444-607F-A1BDC433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C7DC-CB8E-66DD-79D0-9D35CAE6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C9E74-8584-A095-EC2B-1944CB733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690688"/>
            <a:ext cx="637760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wanted a fun and visual assignment for beginners with a “low floor, high ceiling”.</a:t>
            </a:r>
          </a:p>
          <a:p>
            <a:pPr marL="0" indent="0">
              <a:buNone/>
            </a:pPr>
            <a:r>
              <a:rPr lang="en-US" dirty="0"/>
              <a:t>I happened across the game </a:t>
            </a:r>
            <a:r>
              <a:rPr lang="en-US" b="1" dirty="0" err="1"/>
              <a:t>Replicube</a:t>
            </a:r>
            <a:r>
              <a:rPr lang="en-US" dirty="0"/>
              <a:t>, which uses Lua to color voxels (3D pixels) using code in the style of </a:t>
            </a:r>
            <a:r>
              <a:rPr lang="en-US" b="1" dirty="0"/>
              <a:t>shaders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shaders apply one function to thousands of pixels in parallel</a:t>
            </a:r>
          </a:p>
        </p:txBody>
      </p:sp>
      <p:pic>
        <p:nvPicPr>
          <p:cNvPr id="1026" name="Picture 2" descr="Save 15% on Replicube on Steam">
            <a:extLst>
              <a:ext uri="{FF2B5EF4-FFF2-40B4-BE49-F238E27FC236}">
                <a16:creationId xmlns:a16="http://schemas.microsoft.com/office/drawing/2014/main" id="{5C01BFFF-B388-6F06-63CC-3DD86CE77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296" y="1390651"/>
            <a:ext cx="48768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923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AEB78-134F-E42A-043B-8F13C641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33B3-86DC-2221-7BFD-B290C822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A2EE1-9DF4-B8AB-124B-7F4D5E5D7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690688"/>
            <a:ext cx="637760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wanted a fun and visual assignment for beginners with a “low floor, high ceiling”.</a:t>
            </a:r>
          </a:p>
          <a:p>
            <a:pPr marL="0" indent="0">
              <a:buNone/>
            </a:pPr>
            <a:r>
              <a:rPr lang="en-US" dirty="0"/>
              <a:t>I happened across the game </a:t>
            </a:r>
            <a:r>
              <a:rPr lang="en-US" b="1" dirty="0" err="1"/>
              <a:t>Replicube</a:t>
            </a:r>
            <a:r>
              <a:rPr lang="en-US" dirty="0"/>
              <a:t>, which uses Lua to color voxels (3D pixels) using code in the style of </a:t>
            </a:r>
            <a:r>
              <a:rPr lang="en-US" b="1" dirty="0"/>
              <a:t>shaders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shaders apply one function to thousands of pixels in parallel</a:t>
            </a:r>
          </a:p>
        </p:txBody>
      </p:sp>
      <p:pic>
        <p:nvPicPr>
          <p:cNvPr id="1026" name="Picture 2" descr="Save 15% on Replicube on Steam">
            <a:extLst>
              <a:ext uri="{FF2B5EF4-FFF2-40B4-BE49-F238E27FC236}">
                <a16:creationId xmlns:a16="http://schemas.microsoft.com/office/drawing/2014/main" id="{2B3D344D-0E40-4F62-5FC3-B5A6CD59C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296" y="1390651"/>
            <a:ext cx="48768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3FC7567-CA75-4EB2-5686-A7042A98B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296" y="4898236"/>
            <a:ext cx="4876801" cy="88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1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9575-8340-B0BE-43AE-D8AF38C8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B46D-FB26-064A-38CC-059321DE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Decaboard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21BC2-E442-5BEB-7207-B8EC1225D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690688"/>
            <a:ext cx="6377609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 in the spirit of </a:t>
            </a:r>
            <a:r>
              <a:rPr lang="en-US" dirty="0" err="1"/>
              <a:t>Replicube</a:t>
            </a:r>
            <a:r>
              <a:rPr lang="en-US" dirty="0"/>
              <a:t>, </a:t>
            </a:r>
            <a:r>
              <a:rPr lang="en-US" dirty="0" err="1"/>
              <a:t>Decaboard</a:t>
            </a:r>
            <a:r>
              <a:rPr lang="en-US" dirty="0"/>
              <a:t> is a Python-based 2D grid of squares that you set to be at any angle using a single function applied to all cells (shader-style programming).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a 10-by-10 grid of squares that you can rotate.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Actual shaders are not used</a:t>
            </a:r>
            <a:r>
              <a:rPr lang="en-US" dirty="0"/>
              <a:t>, they are simulated using Python turtle graphics.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48FF21-F300-2A0D-6EEC-F37EC6CD9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051" y="269225"/>
            <a:ext cx="2902010" cy="3063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1EA359-F430-D239-795C-EDCFD04E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050" y="3628809"/>
            <a:ext cx="2902010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2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A49E-6F9F-A3EE-6630-A7D3DEA4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ADE0-3D12-7D2B-C5EC-914626F6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Decaboard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9A65D-90E0-2E8A-8C89-8668EC105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690688"/>
            <a:ext cx="63776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the picture all the squares are rotated the same amount.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code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angleIt</a:t>
            </a:r>
            <a:r>
              <a:rPr lang="en-US" dirty="0"/>
              <a:t> will do that?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02987-1B75-540D-6AEE-233392EB7F4F}"/>
              </a:ext>
            </a:extLst>
          </p:cNvPr>
          <p:cNvSpPr txBox="1"/>
          <p:nvPr/>
        </p:nvSpPr>
        <p:spPr>
          <a:xfrm>
            <a:off x="7543800" y="59336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CAF67-EDDE-A157-E298-E308CBFBA25C}"/>
              </a:ext>
            </a:extLst>
          </p:cNvPr>
          <p:cNvSpPr txBox="1"/>
          <p:nvPr/>
        </p:nvSpPr>
        <p:spPr>
          <a:xfrm>
            <a:off x="665922" y="3866357"/>
            <a:ext cx="6811480" cy="2796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decaboard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angleIt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(row, col,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elapsed_seconds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your code goes here</a:t>
            </a:r>
          </a:p>
          <a:p>
            <a:pPr>
              <a:lnSpc>
                <a:spcPts val="1350"/>
              </a:lnSpc>
              <a:buNone/>
            </a:pPr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decaboard.run_board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angleIt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, 1400, 200)</a:t>
            </a:r>
          </a:p>
          <a:p>
            <a:pPr>
              <a:lnSpc>
                <a:spcPts val="1350"/>
              </a:lnSpc>
            </a:pPr>
            <a:br>
              <a:rPr lang="en-CA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endParaRPr lang="en-CA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D6865-5F1D-F465-8C11-D598A352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707882"/>
            <a:ext cx="4201282" cy="443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F28CF-5308-D911-A4AF-54C837B5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8E22-C8AD-B7A7-2CD4-25AA356E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Features of </a:t>
            </a:r>
            <a:r>
              <a:rPr lang="en-US" dirty="0" err="1"/>
              <a:t>Decaboard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150FB-0D29-FCCC-D0E7-A1A963ADF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690688"/>
            <a:ext cx="637760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Introduces shader coding, i.e. writing one pure function that is applied to all cells</a:t>
            </a:r>
          </a:p>
          <a:p>
            <a:r>
              <a:rPr lang="en-US" dirty="0"/>
              <a:t>2D simplifies coordinates</a:t>
            </a:r>
          </a:p>
          <a:p>
            <a:r>
              <a:rPr lang="en-US" dirty="0"/>
              <a:t>Angles are used instead of colors, and so can still give interesting results for  “out of bound” errors</a:t>
            </a:r>
          </a:p>
          <a:p>
            <a:r>
              <a:rPr lang="en-US" dirty="0"/>
              <a:t>Using familiar functions in a novel way, e.g. sin to squish, abs for symmetry</a:t>
            </a:r>
          </a:p>
          <a:p>
            <a:r>
              <a:rPr lang="en-US" dirty="0"/>
              <a:t>Low floor, high ceiling</a:t>
            </a:r>
          </a:p>
          <a:p>
            <a:pPr lvl="1"/>
            <a:r>
              <a:rPr lang="en-US" dirty="0" err="1"/>
              <a:t>Decaboard</a:t>
            </a:r>
            <a:r>
              <a:rPr lang="en-US" dirty="0"/>
              <a:t>+: allow changing more than just the angle of the square, but more complex</a:t>
            </a:r>
          </a:p>
          <a:p>
            <a:pPr lvl="1"/>
            <a:r>
              <a:rPr lang="en-US" dirty="0"/>
              <a:t>Move to real shaders using, say, </a:t>
            </a:r>
            <a:r>
              <a:rPr lang="en-US" dirty="0" err="1"/>
              <a:t>ShaderToy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89534-9F49-9075-059D-AE34711A8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426" y="1186931"/>
            <a:ext cx="5022574" cy="525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2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006A-F163-2374-66E2-7929C1FCB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72CA-855B-9E4F-5669-ADFDEFA10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Student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EE971-F094-173A-A691-FCD088F88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690688"/>
            <a:ext cx="6377609" cy="4351338"/>
          </a:xfrm>
        </p:spPr>
        <p:txBody>
          <a:bodyPr>
            <a:normAutofit/>
          </a:bodyPr>
          <a:lstStyle/>
          <a:p>
            <a:r>
              <a:rPr lang="en-US" dirty="0"/>
              <a:t>Used with 2 classes of high school students </a:t>
            </a:r>
          </a:p>
          <a:p>
            <a:r>
              <a:rPr lang="en-US" dirty="0"/>
              <a:t>Lots of interest in the idea of shaders (many students know it from games)</a:t>
            </a:r>
          </a:p>
          <a:p>
            <a:r>
              <a:rPr lang="en-US" dirty="0"/>
              <a:t>Very easy to make fun things happen</a:t>
            </a:r>
          </a:p>
          <a:p>
            <a:r>
              <a:rPr lang="en-US" dirty="0"/>
              <a:t>The initial problems are intriguing and not hard</a:t>
            </a:r>
          </a:p>
          <a:p>
            <a:r>
              <a:rPr lang="en-US" dirty="0"/>
              <a:t>For some students, quickly became too easy, they wanted to do more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8D675-5C2E-E736-76C9-2824F83E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377" y="484533"/>
            <a:ext cx="5696779" cy="595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0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5F2A-CB2D-376D-1B0C-FA973E94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E4B1-5601-31CA-7D01-FADD0FB0C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53161-EB4C-DF5A-E23A-6EBE6A616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690688"/>
            <a:ext cx="637760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This could be used as a fun and easy assignment in week 1 or 2 of an intro Python course</a:t>
            </a:r>
          </a:p>
          <a:p>
            <a:r>
              <a:rPr lang="en-US" b="1" dirty="0"/>
              <a:t>Not</a:t>
            </a:r>
            <a:r>
              <a:rPr lang="en-US" dirty="0"/>
              <a:t> suggesting that the whole course should be based on this! It’s just one fun assignment.</a:t>
            </a:r>
          </a:p>
          <a:p>
            <a:r>
              <a:rPr lang="en-US" b="1" dirty="0" err="1"/>
              <a:t>Decaboard</a:t>
            </a:r>
            <a:r>
              <a:rPr lang="en-US" b="1" dirty="0"/>
              <a:t>+</a:t>
            </a:r>
            <a:r>
              <a:rPr lang="en-US" dirty="0"/>
              <a:t> is a more advanced version that uses dictionaries to set angle, size, color, position; and also takes mouse coordinates as input …</a:t>
            </a:r>
          </a:p>
          <a:p>
            <a:pPr lvl="1"/>
            <a:r>
              <a:rPr lang="en-US" dirty="0"/>
              <a:t>So could re-visit the original </a:t>
            </a:r>
            <a:r>
              <a:rPr lang="en-US" dirty="0" err="1"/>
              <a:t>Decaboard</a:t>
            </a:r>
            <a:r>
              <a:rPr lang="en-US" dirty="0"/>
              <a:t> later in the course as an example of dictionaries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C50E7-4B85-78E6-3877-5861A8940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45" y="742157"/>
            <a:ext cx="4650093" cy="491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489</Words>
  <Application>Microsoft Macintosh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Menlo</vt:lpstr>
      <vt:lpstr>Office Theme</vt:lpstr>
      <vt:lpstr>Nifty Assignment: Decaboard</vt:lpstr>
      <vt:lpstr>Introduction</vt:lpstr>
      <vt:lpstr>Introduction</vt:lpstr>
      <vt:lpstr>Introduction</vt:lpstr>
      <vt:lpstr>Decaboard</vt:lpstr>
      <vt:lpstr>Decaboard</vt:lpstr>
      <vt:lpstr>Good Features of Decaboard</vt:lpstr>
      <vt:lpstr>Some Student Feedback</vt:lpstr>
      <vt:lpstr>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2025-02-21T19:24:30Z</dcterms:created>
  <dcterms:modified xsi:type="dcterms:W3CDTF">2025-04-28T19:21:27Z</dcterms:modified>
</cp:coreProperties>
</file>